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10287000" cx="18288000"/>
  <p:notesSz cx="6858000" cy="9144000"/>
  <p:embeddedFontLst>
    <p:embeddedFont>
      <p:font typeface="Cinzel Decorative"/>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jIR1HdRPD32yQtjki5Nw7d1Uil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11E5996-A6A6-40EC-ACF6-EEF7AF9ABF5F}">
  <a:tblStyle styleId="{511E5996-A6A6-40EC-ACF6-EEF7AF9ABF5F}"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CFD7E7"/>
          </a:solidFill>
        </a:fill>
      </a:tcStyle>
    </a:wholeTbl>
    <a:band1H>
      <a:tcTxStyle/>
    </a:band1H>
    <a:band2H>
      <a:tcTxStyle b="off" i="off"/>
      <a:tcStyle>
        <a:fill>
          <a:solidFill>
            <a:srgbClr val="E8ECF4"/>
          </a:solidFill>
        </a:fill>
      </a:tcStyle>
    </a:band2H>
    <a:band1V>
      <a:tcTxStyle/>
    </a:band1V>
    <a:band2V>
      <a:tcTxStyle/>
    </a:band2V>
    <a:lastCol>
      <a:tcTxStyle/>
    </a:lastCol>
    <a:firstCol>
      <a:tcTxStyle b="on" i="off">
        <a:font>
          <a:latin typeface="Calibri"/>
          <a:ea typeface="Calibri"/>
          <a:cs typeface="Calibri"/>
        </a:font>
        <a:srgbClr val="FFFFFF"/>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chemeClr val="accent1"/>
          </a:solidFill>
        </a:fill>
      </a:tcStyle>
    </a:firstCol>
    <a:lastRow>
      <a:tcTxStyle b="on" i="off">
        <a:font>
          <a:latin typeface="Calibri"/>
          <a:ea typeface="Calibri"/>
          <a:cs typeface="Calibri"/>
        </a:font>
        <a:srgbClr val="FFFFFF"/>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381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chemeClr val="accent1"/>
          </a:solidFill>
        </a:fill>
      </a:tcStyle>
    </a:lastRow>
    <a:seCell>
      <a:tcTxStyle/>
    </a:seCell>
    <a:swCell>
      <a:tcTxStyle/>
    </a:swCell>
    <a:firstRow>
      <a:tcTxStyle b="on" i="off">
        <a:font>
          <a:latin typeface="Calibri"/>
          <a:ea typeface="Calibri"/>
          <a:cs typeface="Calibri"/>
        </a:font>
        <a:srgbClr val="FFFFFF"/>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381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font" Target="fonts/CinzelDecorative-regular.fntdata"/><Relationship Id="rId16" Type="http://schemas.openxmlformats.org/officeDocument/2006/relationships/font" Target="fonts/CinzelDecorative-bold.fntdata"/><Relationship Id="rId1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Hi, we're team ___. Our project is Poltergeist, a crowd-crush early-warning system for the Voodoo Vision track.</a:t>
            </a:r>
          </a:p>
        </p:txBody>
      </p:sp>
      <p:sp>
        <p:nvSpPr>
          <p:cNvPr id="47" name="Google Shape;4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Fill in your team name and each member's name, SRN, email and phone in the table.</a:t>
            </a:r>
          </a:p>
        </p:txBody>
      </p:sp>
      <p:sp>
        <p:nvSpPr>
          <p:cNvPr id="66" name="Google Shape;6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Open with Chinnaswamy: 11 people died outside the stadium on 4 June 2025, and the crowd was many times the venue's capacity. It isn't a one-off: Hathras (121, Jul 2024), Tirupati (6, Jan 2025), Maha Kumbh (30, Jan 2025), New Delhi station (18, Feb 2025) and Bengaluru (11, Jun 2025) add up to 186 deaths in 12 months. Sources: PTI, AP and Reuters reports. The gap: cameras are already there, but nobody turns the video into a density number in real time.</a:t>
            </a:r>
          </a:p>
        </p:txBody>
      </p:sp>
      <p:sp>
        <p:nvSpPr>
          <p:cNvPr id="86" name="Google Shape;86;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Three things set us apart. One: we don't just measure density, we predict it. From the rate people enter through each gate we say 'critical in 6 minutes', which is real early warning. Two: normal person detectors like YOLO undercount packed crowds, exactly when it matters, so we switch to a density-map model (CSRNet). Three: most systems stop at a dashboard. We dispatch the nearest medical or police post with a photo, escalate if nobody accepts within 60 seconds, and tell the crowd where to go through PA announcements.</a:t>
            </a:r>
          </a:p>
        </p:txBody>
      </p:sp>
      <p:sp>
        <p:nvSpPr>
          <p:cNvPr id="105" name="Google Shape;10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Our story in four words: predict, detect, dispatch, redirect. Poltergeist predicts when a zone will turn critical, detects incidents like a person going down, sends the nearest help post (our Banshee alerts, named after the spirit whose wail warns of death), and tells the crowd where to go. Faces are blurred and only counts are stored, so it's private by design.</a:t>
            </a:r>
          </a:p>
        </p:txBody>
      </p:sp>
      <p:sp>
        <p:nvSpPr>
          <p:cNvPr id="124" name="Google Shape;12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Walk the pipeline left to right. Step 2: YOLO for sparse areas, a density-map model for packed ones. Step 3: zones are drawn once with their real area, so counts become people per square metre, and a line counter at each gate gives the inflow rate, which we project forward to 'minutes until critical'. Step 4: optical flow catches surges and people scattering; YOLOv8-pose catches someone lying still for 5 seconds. Step 5: the nearest help post of the right type gets a Telegram alert with a photo and an Accept button; if nobody accepts in 60 seconds it escalates to the next post. The dashboard suggests which gate to open and plays a PA announcement in Kannada, Hindi and English. Risk levels follow Prof. G. Keith Still's crowd-safety guidance. Everything uses pretrained models, so the 10 hours go into building, not training.</a:t>
            </a:r>
          </a:p>
        </p:txBody>
      </p:sp>
      <p:sp>
        <p:nvSpPr>
          <p:cNvPr id="143" name="Google Shape;14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Everything is open source and pretrained. YOLOv8 counts people and YOLOv8-pose spots falls; CSRNet handles dense crowds. OpenCV gives us zones, face blurring and optical flow. A simple inflow trend predicts time to critical. Streamlit runs the dashboard with a map of help posts, a Telegram bot handles dispatch with an Accept button, and gTTS generates the PA announcements. We check counts on ShanghaiTech and test surges on the UMN dataset and our own campus footage.</a:t>
            </a:r>
          </a:p>
        </p:txBody>
      </p:sp>
      <p:sp>
        <p:nvSpPr>
          <p:cNvPr id="162" name="Google Shape;16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8: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This is the organiser's screen. Left: the camera view with the density heatmap, each zone outlined in its risk colour, blue optical-flow arrows showing people pushing toward Gate 3, and a person-down detection. Right: each zone's live density, including a prediction that the concourse will be critical in 6 minutes, and the Banshee alert: Medical Post B, 80 metres away, has already accepted on Telegram, and the PA is telling people to use Gate 4.</a:t>
            </a:r>
          </a:p>
        </p:txBody>
      </p:sp>
      <p:sp>
        <p:nvSpPr>
          <p:cNvPr id="181" name="Google Shape;18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r>
              <a:t>Thank the judges and invite questions. Have the demo video ready.</a:t>
            </a:r>
          </a:p>
        </p:txBody>
      </p:sp>
      <p:sp>
        <p:nvSpPr>
          <p:cNvPr id="200" name="Google Shape;20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tx">
  <p:cSld name="TITLE_AND_BODY">
    <p:spTree>
      <p:nvGrpSpPr>
        <p:cNvPr id="9" name="Shape 9"/>
        <p:cNvGrpSpPr/>
        <p:nvPr/>
      </p:nvGrpSpPr>
      <p:grpSpPr>
        <a:xfrm>
          <a:off x="0" y="0"/>
          <a:ext cx="0" cy="0"/>
          <a:chOff x="0" y="0"/>
          <a:chExt cx="0" cy="0"/>
        </a:xfrm>
      </p:grpSpPr>
      <p:sp>
        <p:nvSpPr>
          <p:cNvPr id="10" name="Google Shape;10;p11"/>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2"/>
          <p:cNvSpPr txBox="1"/>
          <p:nvPr>
            <p:ph type="title"/>
          </p:nvPr>
        </p:nvSpPr>
        <p:spPr>
          <a:xfrm>
            <a:off x="685800" y="2130425"/>
            <a:ext cx="7772400" cy="1470025"/>
          </a:xfrm>
          <a:prstGeom prst="rect">
            <a:avLst/>
          </a:prstGeom>
          <a:noFill/>
          <a:ln>
            <a:noFill/>
          </a:ln>
        </p:spPr>
        <p:txBody>
          <a:bodyPr anchorCtr="0" anchor="ctr" bIns="45700" lIns="45700" spcFirstLastPara="1" rIns="45700" wrap="square" tIns="457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3" name="Google Shape;13;p12"/>
          <p:cNvSpPr txBox="1"/>
          <p:nvPr>
            <p:ph idx="1" type="body"/>
          </p:nvPr>
        </p:nvSpPr>
        <p:spPr>
          <a:xfrm>
            <a:off x="1371600" y="3886200"/>
            <a:ext cx="6400800" cy="1752600"/>
          </a:xfrm>
          <a:prstGeom prst="rect">
            <a:avLst/>
          </a:prstGeom>
          <a:noFill/>
          <a:ln>
            <a:noFill/>
          </a:ln>
        </p:spPr>
        <p:txBody>
          <a:bodyPr anchorCtr="0" anchor="t" bIns="45700" lIns="45700" spcFirstLastPara="1" rIns="45700" wrap="square" tIns="45700">
            <a:normAutofit/>
          </a:bodyPr>
          <a:lstStyle>
            <a:lvl1pPr indent="-228600" lvl="0" marL="457200" algn="ctr">
              <a:lnSpc>
                <a:spcPct val="100000"/>
              </a:lnSpc>
              <a:spcBef>
                <a:spcPts val="700"/>
              </a:spcBef>
              <a:spcAft>
                <a:spcPts val="0"/>
              </a:spcAft>
              <a:buClr>
                <a:srgbClr val="888888"/>
              </a:buClr>
              <a:buSzPts val="3200"/>
              <a:buFont typeface="Calibri"/>
              <a:buNone/>
              <a:defRPr>
                <a:solidFill>
                  <a:srgbClr val="888888"/>
                </a:solidFill>
              </a:defRPr>
            </a:lvl1pPr>
            <a:lvl2pPr indent="-228600" lvl="1" marL="914400" algn="ctr">
              <a:lnSpc>
                <a:spcPct val="100000"/>
              </a:lnSpc>
              <a:spcBef>
                <a:spcPts val="700"/>
              </a:spcBef>
              <a:spcAft>
                <a:spcPts val="0"/>
              </a:spcAft>
              <a:buClr>
                <a:srgbClr val="888888"/>
              </a:buClr>
              <a:buSzPts val="3200"/>
              <a:buFont typeface="Calibri"/>
              <a:buNone/>
              <a:defRPr>
                <a:solidFill>
                  <a:srgbClr val="888888"/>
                </a:solidFill>
              </a:defRPr>
            </a:lvl2pPr>
            <a:lvl3pPr indent="-228600" lvl="2" marL="1371600" algn="ctr">
              <a:lnSpc>
                <a:spcPct val="100000"/>
              </a:lnSpc>
              <a:spcBef>
                <a:spcPts val="700"/>
              </a:spcBef>
              <a:spcAft>
                <a:spcPts val="0"/>
              </a:spcAft>
              <a:buClr>
                <a:srgbClr val="888888"/>
              </a:buClr>
              <a:buSzPts val="3200"/>
              <a:buFont typeface="Calibri"/>
              <a:buNone/>
              <a:defRPr>
                <a:solidFill>
                  <a:srgbClr val="888888"/>
                </a:solidFill>
              </a:defRPr>
            </a:lvl3pPr>
            <a:lvl4pPr indent="-228600" lvl="3" marL="1828800" algn="ctr">
              <a:lnSpc>
                <a:spcPct val="100000"/>
              </a:lnSpc>
              <a:spcBef>
                <a:spcPts val="700"/>
              </a:spcBef>
              <a:spcAft>
                <a:spcPts val="0"/>
              </a:spcAft>
              <a:buClr>
                <a:srgbClr val="888888"/>
              </a:buClr>
              <a:buSzPts val="3200"/>
              <a:buFont typeface="Calibri"/>
              <a:buNone/>
              <a:defRPr>
                <a:solidFill>
                  <a:srgbClr val="888888"/>
                </a:solidFill>
              </a:defRPr>
            </a:lvl4pPr>
            <a:lvl5pPr indent="-228600" lvl="4" marL="2286000" algn="ctr">
              <a:lnSpc>
                <a:spcPct val="100000"/>
              </a:lnSpc>
              <a:spcBef>
                <a:spcPts val="700"/>
              </a:spcBef>
              <a:spcAft>
                <a:spcPts val="0"/>
              </a:spcAft>
              <a:buClr>
                <a:srgbClr val="888888"/>
              </a:buClr>
              <a:buSzPts val="3200"/>
              <a:buFont typeface="Calibri"/>
              <a:buNone/>
              <a:defRPr>
                <a:solidFill>
                  <a:srgbClr val="888888"/>
                </a:solidFill>
              </a:defRPr>
            </a:lvl5pPr>
            <a:lvl6pPr indent="-342900" lvl="5" marL="2743200" algn="l">
              <a:lnSpc>
                <a:spcPct val="100000"/>
              </a:lnSpc>
              <a:spcBef>
                <a:spcPts val="700"/>
              </a:spcBef>
              <a:spcAft>
                <a:spcPts val="0"/>
              </a:spcAft>
              <a:buClr>
                <a:srgbClr val="000000"/>
              </a:buClr>
              <a:buSzPts val="1800"/>
              <a:buChar char="•"/>
              <a:defRPr/>
            </a:lvl6pPr>
            <a:lvl7pPr indent="-342900" lvl="6" marL="3200400" algn="l">
              <a:lnSpc>
                <a:spcPct val="100000"/>
              </a:lnSpc>
              <a:spcBef>
                <a:spcPts val="700"/>
              </a:spcBef>
              <a:spcAft>
                <a:spcPts val="0"/>
              </a:spcAft>
              <a:buClr>
                <a:srgbClr val="000000"/>
              </a:buClr>
              <a:buSzPts val="1800"/>
              <a:buChar char="•"/>
              <a:defRPr/>
            </a:lvl7pPr>
            <a:lvl8pPr indent="-342900" lvl="7" marL="3657600" algn="l">
              <a:lnSpc>
                <a:spcPct val="100000"/>
              </a:lnSpc>
              <a:spcBef>
                <a:spcPts val="700"/>
              </a:spcBef>
              <a:spcAft>
                <a:spcPts val="0"/>
              </a:spcAft>
              <a:buClr>
                <a:srgbClr val="000000"/>
              </a:buClr>
              <a:buSzPts val="1800"/>
              <a:buChar char="•"/>
              <a:defRPr/>
            </a:lvl8pPr>
            <a:lvl9pPr indent="-342900" lvl="8" marL="4114800" algn="l">
              <a:lnSpc>
                <a:spcPct val="100000"/>
              </a:lnSpc>
              <a:spcBef>
                <a:spcPts val="700"/>
              </a:spcBef>
              <a:spcAft>
                <a:spcPts val="0"/>
              </a:spcAft>
              <a:buClr>
                <a:srgbClr val="000000"/>
              </a:buClr>
              <a:buSzPts val="1800"/>
              <a:buChar char="•"/>
              <a:defRPr/>
            </a:lvl9pPr>
          </a:lstStyle>
          <a:p/>
        </p:txBody>
      </p:sp>
      <p:sp>
        <p:nvSpPr>
          <p:cNvPr id="14" name="Google Shape;14;p12"/>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13"/>
          <p:cNvSpPr txBox="1"/>
          <p:nvPr>
            <p:ph type="title"/>
          </p:nvPr>
        </p:nvSpPr>
        <p:spPr>
          <a:xfrm>
            <a:off x="457200" y="274638"/>
            <a:ext cx="8229600" cy="1143001"/>
          </a:xfrm>
          <a:prstGeom prst="rect">
            <a:avLst/>
          </a:prstGeom>
          <a:noFill/>
          <a:ln>
            <a:noFill/>
          </a:ln>
        </p:spPr>
        <p:txBody>
          <a:bodyPr anchorCtr="0" anchor="ctr" bIns="45700" lIns="45700" spcFirstLastPara="1" rIns="45700" wrap="square" tIns="457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7" name="Google Shape;17;p13"/>
          <p:cNvSpPr txBox="1"/>
          <p:nvPr>
            <p:ph idx="1" type="body"/>
          </p:nvPr>
        </p:nvSpPr>
        <p:spPr>
          <a:xfrm>
            <a:off x="457200" y="1600200"/>
            <a:ext cx="8229600" cy="4525963"/>
          </a:xfrm>
          <a:prstGeom prst="rect">
            <a:avLst/>
          </a:prstGeom>
          <a:noFill/>
          <a:ln>
            <a:noFill/>
          </a:ln>
        </p:spPr>
        <p:txBody>
          <a:bodyPr anchorCtr="0" anchor="t" bIns="45700" lIns="45700" spcFirstLastPara="1" rIns="45700" wrap="square" tIns="45700">
            <a:normAutofit/>
          </a:bodyPr>
          <a:lstStyle>
            <a:lvl1pPr indent="-342900" lvl="0" marL="457200" algn="l">
              <a:lnSpc>
                <a:spcPct val="100000"/>
              </a:lnSpc>
              <a:spcBef>
                <a:spcPts val="700"/>
              </a:spcBef>
              <a:spcAft>
                <a:spcPts val="0"/>
              </a:spcAft>
              <a:buClr>
                <a:srgbClr val="000000"/>
              </a:buClr>
              <a:buSzPts val="1800"/>
              <a:buChar char="•"/>
              <a:defRPr/>
            </a:lvl1pPr>
            <a:lvl2pPr indent="-342900" lvl="1" marL="914400" algn="l">
              <a:lnSpc>
                <a:spcPct val="100000"/>
              </a:lnSpc>
              <a:spcBef>
                <a:spcPts val="700"/>
              </a:spcBef>
              <a:spcAft>
                <a:spcPts val="0"/>
              </a:spcAft>
              <a:buClr>
                <a:srgbClr val="000000"/>
              </a:buClr>
              <a:buSzPts val="1800"/>
              <a:buChar char="–"/>
              <a:defRPr/>
            </a:lvl2pPr>
            <a:lvl3pPr indent="-342900" lvl="2" marL="1371600" algn="l">
              <a:lnSpc>
                <a:spcPct val="100000"/>
              </a:lnSpc>
              <a:spcBef>
                <a:spcPts val="700"/>
              </a:spcBef>
              <a:spcAft>
                <a:spcPts val="0"/>
              </a:spcAft>
              <a:buClr>
                <a:srgbClr val="000000"/>
              </a:buClr>
              <a:buSzPts val="1800"/>
              <a:buChar char="•"/>
              <a:defRPr/>
            </a:lvl3pPr>
            <a:lvl4pPr indent="-342900" lvl="3" marL="1828800" algn="l">
              <a:lnSpc>
                <a:spcPct val="100000"/>
              </a:lnSpc>
              <a:spcBef>
                <a:spcPts val="700"/>
              </a:spcBef>
              <a:spcAft>
                <a:spcPts val="0"/>
              </a:spcAft>
              <a:buClr>
                <a:srgbClr val="000000"/>
              </a:buClr>
              <a:buSzPts val="1800"/>
              <a:buChar char="–"/>
              <a:defRPr/>
            </a:lvl4pPr>
            <a:lvl5pPr indent="-342900" lvl="4" marL="2286000" algn="l">
              <a:lnSpc>
                <a:spcPct val="100000"/>
              </a:lnSpc>
              <a:spcBef>
                <a:spcPts val="700"/>
              </a:spcBef>
              <a:spcAft>
                <a:spcPts val="0"/>
              </a:spcAft>
              <a:buClr>
                <a:srgbClr val="000000"/>
              </a:buClr>
              <a:buSzPts val="1800"/>
              <a:buChar char="»"/>
              <a:defRPr/>
            </a:lvl5pPr>
            <a:lvl6pPr indent="-342900" lvl="5" marL="2743200" algn="l">
              <a:lnSpc>
                <a:spcPct val="100000"/>
              </a:lnSpc>
              <a:spcBef>
                <a:spcPts val="700"/>
              </a:spcBef>
              <a:spcAft>
                <a:spcPts val="0"/>
              </a:spcAft>
              <a:buClr>
                <a:srgbClr val="000000"/>
              </a:buClr>
              <a:buSzPts val="1800"/>
              <a:buChar char="•"/>
              <a:defRPr/>
            </a:lvl6pPr>
            <a:lvl7pPr indent="-342900" lvl="6" marL="3200400" algn="l">
              <a:lnSpc>
                <a:spcPct val="100000"/>
              </a:lnSpc>
              <a:spcBef>
                <a:spcPts val="700"/>
              </a:spcBef>
              <a:spcAft>
                <a:spcPts val="0"/>
              </a:spcAft>
              <a:buClr>
                <a:srgbClr val="000000"/>
              </a:buClr>
              <a:buSzPts val="1800"/>
              <a:buChar char="•"/>
              <a:defRPr/>
            </a:lvl7pPr>
            <a:lvl8pPr indent="-342900" lvl="7" marL="3657600" algn="l">
              <a:lnSpc>
                <a:spcPct val="100000"/>
              </a:lnSpc>
              <a:spcBef>
                <a:spcPts val="700"/>
              </a:spcBef>
              <a:spcAft>
                <a:spcPts val="0"/>
              </a:spcAft>
              <a:buClr>
                <a:srgbClr val="000000"/>
              </a:buClr>
              <a:buSzPts val="1800"/>
              <a:buChar char="•"/>
              <a:defRPr/>
            </a:lvl8pPr>
            <a:lvl9pPr indent="-342900" lvl="8" marL="4114800" algn="l">
              <a:lnSpc>
                <a:spcPct val="100000"/>
              </a:lnSpc>
              <a:spcBef>
                <a:spcPts val="700"/>
              </a:spcBef>
              <a:spcAft>
                <a:spcPts val="0"/>
              </a:spcAft>
              <a:buClr>
                <a:srgbClr val="000000"/>
              </a:buClr>
              <a:buSzPts val="1800"/>
              <a:buChar char="•"/>
              <a:defRPr/>
            </a:lvl9pPr>
          </a:lstStyle>
          <a:p/>
        </p:txBody>
      </p:sp>
      <p:sp>
        <p:nvSpPr>
          <p:cNvPr id="18" name="Google Shape;18;p13"/>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9" name="Shape 19"/>
        <p:cNvGrpSpPr/>
        <p:nvPr/>
      </p:nvGrpSpPr>
      <p:grpSpPr>
        <a:xfrm>
          <a:off x="0" y="0"/>
          <a:ext cx="0" cy="0"/>
          <a:chOff x="0" y="0"/>
          <a:chExt cx="0" cy="0"/>
        </a:xfrm>
      </p:grpSpPr>
      <p:sp>
        <p:nvSpPr>
          <p:cNvPr id="20" name="Google Shape;20;p14"/>
          <p:cNvSpPr txBox="1"/>
          <p:nvPr>
            <p:ph type="title"/>
          </p:nvPr>
        </p:nvSpPr>
        <p:spPr>
          <a:xfrm>
            <a:off x="722312" y="4406900"/>
            <a:ext cx="7772401" cy="1362075"/>
          </a:xfrm>
          <a:prstGeom prst="rect">
            <a:avLst/>
          </a:prstGeom>
          <a:noFill/>
          <a:ln>
            <a:noFill/>
          </a:ln>
        </p:spPr>
        <p:txBody>
          <a:bodyPr anchorCtr="0" anchor="t" bIns="45700" lIns="45700" spcFirstLastPara="1" rIns="45700" wrap="square" tIns="45700">
            <a:normAutofit/>
          </a:bodyPr>
          <a:lstStyle>
            <a:lvl1pPr lvl="0" algn="l">
              <a:lnSpc>
                <a:spcPct val="100000"/>
              </a:lnSpc>
              <a:spcBef>
                <a:spcPts val="0"/>
              </a:spcBef>
              <a:spcAft>
                <a:spcPts val="0"/>
              </a:spcAft>
              <a:buClr>
                <a:srgbClr val="000000"/>
              </a:buClr>
              <a:buSzPts val="4000"/>
              <a:buFont typeface="Calibri"/>
              <a:buNone/>
              <a:defRPr b="1" sz="4000" cap="none"/>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1" name="Google Shape;21;p14"/>
          <p:cNvSpPr txBox="1"/>
          <p:nvPr>
            <p:ph idx="1" type="body"/>
          </p:nvPr>
        </p:nvSpPr>
        <p:spPr>
          <a:xfrm>
            <a:off x="722312" y="2906713"/>
            <a:ext cx="7772401" cy="1500188"/>
          </a:xfrm>
          <a:prstGeom prst="rect">
            <a:avLst/>
          </a:prstGeom>
          <a:noFill/>
          <a:ln>
            <a:noFill/>
          </a:ln>
        </p:spPr>
        <p:txBody>
          <a:bodyPr anchorCtr="0" anchor="b" bIns="45700" lIns="45700" spcFirstLastPara="1" rIns="45700" wrap="square" tIns="45700">
            <a:normAutofit/>
          </a:bodyPr>
          <a:lstStyle>
            <a:lvl1pPr indent="-228600" lvl="0" marL="457200" algn="l">
              <a:lnSpc>
                <a:spcPct val="100000"/>
              </a:lnSpc>
              <a:spcBef>
                <a:spcPts val="400"/>
              </a:spcBef>
              <a:spcAft>
                <a:spcPts val="0"/>
              </a:spcAft>
              <a:buClr>
                <a:srgbClr val="888888"/>
              </a:buClr>
              <a:buSzPts val="2000"/>
              <a:buFont typeface="Calibri"/>
              <a:buNone/>
              <a:defRPr sz="2000">
                <a:solidFill>
                  <a:srgbClr val="888888"/>
                </a:solidFill>
              </a:defRPr>
            </a:lvl1pPr>
            <a:lvl2pPr indent="-228600" lvl="1" marL="914400" algn="l">
              <a:lnSpc>
                <a:spcPct val="100000"/>
              </a:lnSpc>
              <a:spcBef>
                <a:spcPts val="400"/>
              </a:spcBef>
              <a:spcAft>
                <a:spcPts val="0"/>
              </a:spcAft>
              <a:buClr>
                <a:srgbClr val="888888"/>
              </a:buClr>
              <a:buSzPts val="2000"/>
              <a:buFont typeface="Calibri"/>
              <a:buNone/>
              <a:defRPr sz="2000">
                <a:solidFill>
                  <a:srgbClr val="888888"/>
                </a:solidFill>
              </a:defRPr>
            </a:lvl2pPr>
            <a:lvl3pPr indent="-228600" lvl="2" marL="1371600" algn="l">
              <a:lnSpc>
                <a:spcPct val="100000"/>
              </a:lnSpc>
              <a:spcBef>
                <a:spcPts val="400"/>
              </a:spcBef>
              <a:spcAft>
                <a:spcPts val="0"/>
              </a:spcAft>
              <a:buClr>
                <a:srgbClr val="888888"/>
              </a:buClr>
              <a:buSzPts val="2000"/>
              <a:buFont typeface="Calibri"/>
              <a:buNone/>
              <a:defRPr sz="2000">
                <a:solidFill>
                  <a:srgbClr val="888888"/>
                </a:solidFill>
              </a:defRPr>
            </a:lvl3pPr>
            <a:lvl4pPr indent="-228600" lvl="3" marL="1828800" algn="l">
              <a:lnSpc>
                <a:spcPct val="100000"/>
              </a:lnSpc>
              <a:spcBef>
                <a:spcPts val="400"/>
              </a:spcBef>
              <a:spcAft>
                <a:spcPts val="0"/>
              </a:spcAft>
              <a:buClr>
                <a:srgbClr val="888888"/>
              </a:buClr>
              <a:buSzPts val="2000"/>
              <a:buFont typeface="Calibri"/>
              <a:buNone/>
              <a:defRPr sz="2000">
                <a:solidFill>
                  <a:srgbClr val="888888"/>
                </a:solidFill>
              </a:defRPr>
            </a:lvl4pPr>
            <a:lvl5pPr indent="-228600" lvl="4" marL="2286000" algn="l">
              <a:lnSpc>
                <a:spcPct val="100000"/>
              </a:lnSpc>
              <a:spcBef>
                <a:spcPts val="400"/>
              </a:spcBef>
              <a:spcAft>
                <a:spcPts val="0"/>
              </a:spcAft>
              <a:buClr>
                <a:srgbClr val="888888"/>
              </a:buClr>
              <a:buSzPts val="2000"/>
              <a:buFont typeface="Calibri"/>
              <a:buNone/>
              <a:defRPr sz="2000">
                <a:solidFill>
                  <a:srgbClr val="888888"/>
                </a:solidFill>
              </a:defRPr>
            </a:lvl5pPr>
            <a:lvl6pPr indent="-342900" lvl="5" marL="2743200" algn="l">
              <a:lnSpc>
                <a:spcPct val="100000"/>
              </a:lnSpc>
              <a:spcBef>
                <a:spcPts val="700"/>
              </a:spcBef>
              <a:spcAft>
                <a:spcPts val="0"/>
              </a:spcAft>
              <a:buClr>
                <a:srgbClr val="000000"/>
              </a:buClr>
              <a:buSzPts val="1800"/>
              <a:buChar char="•"/>
              <a:defRPr/>
            </a:lvl6pPr>
            <a:lvl7pPr indent="-342900" lvl="6" marL="3200400" algn="l">
              <a:lnSpc>
                <a:spcPct val="100000"/>
              </a:lnSpc>
              <a:spcBef>
                <a:spcPts val="700"/>
              </a:spcBef>
              <a:spcAft>
                <a:spcPts val="0"/>
              </a:spcAft>
              <a:buClr>
                <a:srgbClr val="000000"/>
              </a:buClr>
              <a:buSzPts val="1800"/>
              <a:buChar char="•"/>
              <a:defRPr/>
            </a:lvl7pPr>
            <a:lvl8pPr indent="-342900" lvl="7" marL="3657600" algn="l">
              <a:lnSpc>
                <a:spcPct val="100000"/>
              </a:lnSpc>
              <a:spcBef>
                <a:spcPts val="700"/>
              </a:spcBef>
              <a:spcAft>
                <a:spcPts val="0"/>
              </a:spcAft>
              <a:buClr>
                <a:srgbClr val="000000"/>
              </a:buClr>
              <a:buSzPts val="1800"/>
              <a:buChar char="•"/>
              <a:defRPr/>
            </a:lvl8pPr>
            <a:lvl9pPr indent="-342900" lvl="8" marL="4114800" algn="l">
              <a:lnSpc>
                <a:spcPct val="100000"/>
              </a:lnSpc>
              <a:spcBef>
                <a:spcPts val="700"/>
              </a:spcBef>
              <a:spcAft>
                <a:spcPts val="0"/>
              </a:spcAft>
              <a:buClr>
                <a:srgbClr val="000000"/>
              </a:buClr>
              <a:buSzPts val="1800"/>
              <a:buChar char="•"/>
              <a:defRPr/>
            </a:lvl9pPr>
          </a:lstStyle>
          <a:p/>
        </p:txBody>
      </p:sp>
      <p:sp>
        <p:nvSpPr>
          <p:cNvPr id="22" name="Google Shape;22;p14"/>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3" name="Shape 23"/>
        <p:cNvGrpSpPr/>
        <p:nvPr/>
      </p:nvGrpSpPr>
      <p:grpSpPr>
        <a:xfrm>
          <a:off x="0" y="0"/>
          <a:ext cx="0" cy="0"/>
          <a:chOff x="0" y="0"/>
          <a:chExt cx="0" cy="0"/>
        </a:xfrm>
      </p:grpSpPr>
      <p:sp>
        <p:nvSpPr>
          <p:cNvPr id="24" name="Google Shape;24;p15"/>
          <p:cNvSpPr txBox="1"/>
          <p:nvPr>
            <p:ph type="title"/>
          </p:nvPr>
        </p:nvSpPr>
        <p:spPr>
          <a:xfrm>
            <a:off x="457200" y="274638"/>
            <a:ext cx="8229600" cy="1143001"/>
          </a:xfrm>
          <a:prstGeom prst="rect">
            <a:avLst/>
          </a:prstGeom>
          <a:noFill/>
          <a:ln>
            <a:noFill/>
          </a:ln>
        </p:spPr>
        <p:txBody>
          <a:bodyPr anchorCtr="0" anchor="ctr" bIns="45700" lIns="45700" spcFirstLastPara="1" rIns="45700" wrap="square" tIns="457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5" name="Google Shape;25;p15"/>
          <p:cNvSpPr txBox="1"/>
          <p:nvPr>
            <p:ph idx="1" type="body"/>
          </p:nvPr>
        </p:nvSpPr>
        <p:spPr>
          <a:xfrm>
            <a:off x="457200" y="1600200"/>
            <a:ext cx="4038600" cy="4525963"/>
          </a:xfrm>
          <a:prstGeom prst="rect">
            <a:avLst/>
          </a:prstGeom>
          <a:noFill/>
          <a:ln>
            <a:noFill/>
          </a:ln>
        </p:spPr>
        <p:txBody>
          <a:bodyPr anchorCtr="0" anchor="t" bIns="45700" lIns="45700" spcFirstLastPara="1" rIns="45700" wrap="square" tIns="45700">
            <a:normAutofit/>
          </a:bodyPr>
          <a:lstStyle>
            <a:lvl1pPr indent="-406400" lvl="0" marL="457200" algn="l">
              <a:lnSpc>
                <a:spcPct val="100000"/>
              </a:lnSpc>
              <a:spcBef>
                <a:spcPts val="600"/>
              </a:spcBef>
              <a:spcAft>
                <a:spcPts val="0"/>
              </a:spcAft>
              <a:buClr>
                <a:srgbClr val="000000"/>
              </a:buClr>
              <a:buSzPts val="2800"/>
              <a:buChar char="•"/>
              <a:defRPr sz="2800"/>
            </a:lvl1pPr>
            <a:lvl2pPr indent="-406400" lvl="1" marL="914400" algn="l">
              <a:lnSpc>
                <a:spcPct val="100000"/>
              </a:lnSpc>
              <a:spcBef>
                <a:spcPts val="600"/>
              </a:spcBef>
              <a:spcAft>
                <a:spcPts val="0"/>
              </a:spcAft>
              <a:buClr>
                <a:srgbClr val="000000"/>
              </a:buClr>
              <a:buSzPts val="2800"/>
              <a:buChar char="–"/>
              <a:defRPr sz="2800"/>
            </a:lvl2pPr>
            <a:lvl3pPr indent="-406400" lvl="2" marL="1371600" algn="l">
              <a:lnSpc>
                <a:spcPct val="100000"/>
              </a:lnSpc>
              <a:spcBef>
                <a:spcPts val="600"/>
              </a:spcBef>
              <a:spcAft>
                <a:spcPts val="0"/>
              </a:spcAft>
              <a:buClr>
                <a:srgbClr val="000000"/>
              </a:buClr>
              <a:buSzPts val="2800"/>
              <a:buChar char="•"/>
              <a:defRPr sz="2800"/>
            </a:lvl3pPr>
            <a:lvl4pPr indent="-406400" lvl="3" marL="1828800" algn="l">
              <a:lnSpc>
                <a:spcPct val="100000"/>
              </a:lnSpc>
              <a:spcBef>
                <a:spcPts val="600"/>
              </a:spcBef>
              <a:spcAft>
                <a:spcPts val="0"/>
              </a:spcAft>
              <a:buClr>
                <a:srgbClr val="000000"/>
              </a:buClr>
              <a:buSzPts val="2800"/>
              <a:buChar char="–"/>
              <a:defRPr sz="2800"/>
            </a:lvl4pPr>
            <a:lvl5pPr indent="-406400" lvl="4" marL="2286000" algn="l">
              <a:lnSpc>
                <a:spcPct val="100000"/>
              </a:lnSpc>
              <a:spcBef>
                <a:spcPts val="600"/>
              </a:spcBef>
              <a:spcAft>
                <a:spcPts val="0"/>
              </a:spcAft>
              <a:buClr>
                <a:srgbClr val="000000"/>
              </a:buClr>
              <a:buSzPts val="2800"/>
              <a:buChar char="»"/>
              <a:defRPr sz="2800"/>
            </a:lvl5pPr>
            <a:lvl6pPr indent="-342900" lvl="5" marL="2743200" algn="l">
              <a:lnSpc>
                <a:spcPct val="100000"/>
              </a:lnSpc>
              <a:spcBef>
                <a:spcPts val="700"/>
              </a:spcBef>
              <a:spcAft>
                <a:spcPts val="0"/>
              </a:spcAft>
              <a:buClr>
                <a:srgbClr val="000000"/>
              </a:buClr>
              <a:buSzPts val="1800"/>
              <a:buChar char="•"/>
              <a:defRPr/>
            </a:lvl6pPr>
            <a:lvl7pPr indent="-342900" lvl="6" marL="3200400" algn="l">
              <a:lnSpc>
                <a:spcPct val="100000"/>
              </a:lnSpc>
              <a:spcBef>
                <a:spcPts val="700"/>
              </a:spcBef>
              <a:spcAft>
                <a:spcPts val="0"/>
              </a:spcAft>
              <a:buClr>
                <a:srgbClr val="000000"/>
              </a:buClr>
              <a:buSzPts val="1800"/>
              <a:buChar char="•"/>
              <a:defRPr/>
            </a:lvl7pPr>
            <a:lvl8pPr indent="-342900" lvl="7" marL="3657600" algn="l">
              <a:lnSpc>
                <a:spcPct val="100000"/>
              </a:lnSpc>
              <a:spcBef>
                <a:spcPts val="700"/>
              </a:spcBef>
              <a:spcAft>
                <a:spcPts val="0"/>
              </a:spcAft>
              <a:buClr>
                <a:srgbClr val="000000"/>
              </a:buClr>
              <a:buSzPts val="1800"/>
              <a:buChar char="•"/>
              <a:defRPr/>
            </a:lvl8pPr>
            <a:lvl9pPr indent="-342900" lvl="8" marL="4114800" algn="l">
              <a:lnSpc>
                <a:spcPct val="100000"/>
              </a:lnSpc>
              <a:spcBef>
                <a:spcPts val="700"/>
              </a:spcBef>
              <a:spcAft>
                <a:spcPts val="0"/>
              </a:spcAft>
              <a:buClr>
                <a:srgbClr val="000000"/>
              </a:buClr>
              <a:buSzPts val="1800"/>
              <a:buChar char="•"/>
              <a:defRPr/>
            </a:lvl9pPr>
          </a:lstStyle>
          <a:p/>
        </p:txBody>
      </p:sp>
      <p:sp>
        <p:nvSpPr>
          <p:cNvPr id="26" name="Google Shape;26;p15"/>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27" name="Shape 27"/>
        <p:cNvGrpSpPr/>
        <p:nvPr/>
      </p:nvGrpSpPr>
      <p:grpSpPr>
        <a:xfrm>
          <a:off x="0" y="0"/>
          <a:ext cx="0" cy="0"/>
          <a:chOff x="0" y="0"/>
          <a:chExt cx="0" cy="0"/>
        </a:xfrm>
      </p:grpSpPr>
      <p:sp>
        <p:nvSpPr>
          <p:cNvPr id="28" name="Google Shape;28;p16"/>
          <p:cNvSpPr txBox="1"/>
          <p:nvPr>
            <p:ph type="title"/>
          </p:nvPr>
        </p:nvSpPr>
        <p:spPr>
          <a:xfrm>
            <a:off x="457200" y="274638"/>
            <a:ext cx="8229600" cy="1143001"/>
          </a:xfrm>
          <a:prstGeom prst="rect">
            <a:avLst/>
          </a:prstGeom>
          <a:noFill/>
          <a:ln>
            <a:noFill/>
          </a:ln>
        </p:spPr>
        <p:txBody>
          <a:bodyPr anchorCtr="0" anchor="ctr" bIns="45700" lIns="45700" spcFirstLastPara="1" rIns="45700" wrap="square" tIns="457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9" name="Google Shape;29;p16"/>
          <p:cNvSpPr txBox="1"/>
          <p:nvPr>
            <p:ph idx="1" type="body"/>
          </p:nvPr>
        </p:nvSpPr>
        <p:spPr>
          <a:xfrm>
            <a:off x="457200" y="1535112"/>
            <a:ext cx="4040188" cy="639763"/>
          </a:xfrm>
          <a:prstGeom prst="rect">
            <a:avLst/>
          </a:prstGeom>
          <a:noFill/>
          <a:ln>
            <a:noFill/>
          </a:ln>
        </p:spPr>
        <p:txBody>
          <a:bodyPr anchorCtr="0" anchor="b" bIns="45700" lIns="45700" spcFirstLastPara="1" rIns="45700" wrap="square" tIns="45700">
            <a:normAutofit/>
          </a:bodyPr>
          <a:lstStyle>
            <a:lvl1pPr indent="-228600" lvl="0" marL="457200" algn="l">
              <a:lnSpc>
                <a:spcPct val="100000"/>
              </a:lnSpc>
              <a:spcBef>
                <a:spcPts val="500"/>
              </a:spcBef>
              <a:spcAft>
                <a:spcPts val="0"/>
              </a:spcAft>
              <a:buClr>
                <a:srgbClr val="000000"/>
              </a:buClr>
              <a:buSzPts val="2400"/>
              <a:buFont typeface="Calibri"/>
              <a:buNone/>
              <a:defRPr b="1" sz="2400"/>
            </a:lvl1pPr>
            <a:lvl2pPr indent="-228600" lvl="1" marL="914400" algn="l">
              <a:lnSpc>
                <a:spcPct val="100000"/>
              </a:lnSpc>
              <a:spcBef>
                <a:spcPts val="500"/>
              </a:spcBef>
              <a:spcAft>
                <a:spcPts val="0"/>
              </a:spcAft>
              <a:buClr>
                <a:srgbClr val="000000"/>
              </a:buClr>
              <a:buSzPts val="2400"/>
              <a:buFont typeface="Calibri"/>
              <a:buNone/>
              <a:defRPr b="1" sz="2400"/>
            </a:lvl2pPr>
            <a:lvl3pPr indent="-228600" lvl="2" marL="1371600" algn="l">
              <a:lnSpc>
                <a:spcPct val="100000"/>
              </a:lnSpc>
              <a:spcBef>
                <a:spcPts val="500"/>
              </a:spcBef>
              <a:spcAft>
                <a:spcPts val="0"/>
              </a:spcAft>
              <a:buClr>
                <a:srgbClr val="000000"/>
              </a:buClr>
              <a:buSzPts val="2400"/>
              <a:buFont typeface="Calibri"/>
              <a:buNone/>
              <a:defRPr b="1" sz="2400"/>
            </a:lvl3pPr>
            <a:lvl4pPr indent="-228600" lvl="3" marL="1828800" algn="l">
              <a:lnSpc>
                <a:spcPct val="100000"/>
              </a:lnSpc>
              <a:spcBef>
                <a:spcPts val="500"/>
              </a:spcBef>
              <a:spcAft>
                <a:spcPts val="0"/>
              </a:spcAft>
              <a:buClr>
                <a:srgbClr val="000000"/>
              </a:buClr>
              <a:buSzPts val="2400"/>
              <a:buFont typeface="Calibri"/>
              <a:buNone/>
              <a:defRPr b="1" sz="2400"/>
            </a:lvl4pPr>
            <a:lvl5pPr indent="-228600" lvl="4" marL="2286000" algn="l">
              <a:lnSpc>
                <a:spcPct val="100000"/>
              </a:lnSpc>
              <a:spcBef>
                <a:spcPts val="500"/>
              </a:spcBef>
              <a:spcAft>
                <a:spcPts val="0"/>
              </a:spcAft>
              <a:buClr>
                <a:srgbClr val="000000"/>
              </a:buClr>
              <a:buSzPts val="2400"/>
              <a:buFont typeface="Calibri"/>
              <a:buNone/>
              <a:defRPr b="1" sz="2400"/>
            </a:lvl5pPr>
            <a:lvl6pPr indent="-342900" lvl="5" marL="2743200" algn="l">
              <a:lnSpc>
                <a:spcPct val="100000"/>
              </a:lnSpc>
              <a:spcBef>
                <a:spcPts val="700"/>
              </a:spcBef>
              <a:spcAft>
                <a:spcPts val="0"/>
              </a:spcAft>
              <a:buClr>
                <a:srgbClr val="000000"/>
              </a:buClr>
              <a:buSzPts val="1800"/>
              <a:buChar char="•"/>
              <a:defRPr/>
            </a:lvl6pPr>
            <a:lvl7pPr indent="-342900" lvl="6" marL="3200400" algn="l">
              <a:lnSpc>
                <a:spcPct val="100000"/>
              </a:lnSpc>
              <a:spcBef>
                <a:spcPts val="700"/>
              </a:spcBef>
              <a:spcAft>
                <a:spcPts val="0"/>
              </a:spcAft>
              <a:buClr>
                <a:srgbClr val="000000"/>
              </a:buClr>
              <a:buSzPts val="1800"/>
              <a:buChar char="•"/>
              <a:defRPr/>
            </a:lvl7pPr>
            <a:lvl8pPr indent="-342900" lvl="7" marL="3657600" algn="l">
              <a:lnSpc>
                <a:spcPct val="100000"/>
              </a:lnSpc>
              <a:spcBef>
                <a:spcPts val="700"/>
              </a:spcBef>
              <a:spcAft>
                <a:spcPts val="0"/>
              </a:spcAft>
              <a:buClr>
                <a:srgbClr val="000000"/>
              </a:buClr>
              <a:buSzPts val="1800"/>
              <a:buChar char="•"/>
              <a:defRPr/>
            </a:lvl8pPr>
            <a:lvl9pPr indent="-342900" lvl="8" marL="4114800" algn="l">
              <a:lnSpc>
                <a:spcPct val="100000"/>
              </a:lnSpc>
              <a:spcBef>
                <a:spcPts val="700"/>
              </a:spcBef>
              <a:spcAft>
                <a:spcPts val="0"/>
              </a:spcAft>
              <a:buClr>
                <a:srgbClr val="000000"/>
              </a:buClr>
              <a:buSzPts val="1800"/>
              <a:buChar char="•"/>
              <a:defRPr/>
            </a:lvl9pPr>
          </a:lstStyle>
          <a:p/>
        </p:txBody>
      </p:sp>
      <p:sp>
        <p:nvSpPr>
          <p:cNvPr id="30" name="Google Shape;30;p16"/>
          <p:cNvSpPr txBox="1"/>
          <p:nvPr>
            <p:ph idx="2" type="body"/>
          </p:nvPr>
        </p:nvSpPr>
        <p:spPr>
          <a:xfrm>
            <a:off x="4645025" y="1535112"/>
            <a:ext cx="4041775" cy="639763"/>
          </a:xfrm>
          <a:prstGeom prst="rect">
            <a:avLst/>
          </a:prstGeom>
          <a:noFill/>
          <a:ln>
            <a:noFill/>
          </a:ln>
        </p:spPr>
        <p:txBody>
          <a:bodyPr anchorCtr="0" anchor="b" bIns="45700" lIns="45700" spcFirstLastPara="1" rIns="45700" wrap="square" tIns="45700">
            <a:normAutofit/>
          </a:bodyPr>
          <a:lstStyle>
            <a:lvl1pPr indent="-342900" lvl="0" marL="457200" algn="l">
              <a:lnSpc>
                <a:spcPct val="100000"/>
              </a:lnSpc>
              <a:spcBef>
                <a:spcPts val="700"/>
              </a:spcBef>
              <a:spcAft>
                <a:spcPts val="0"/>
              </a:spcAft>
              <a:buClr>
                <a:srgbClr val="000000"/>
              </a:buClr>
              <a:buSzPts val="1800"/>
              <a:buChar char="•"/>
              <a:defRPr/>
            </a:lvl1pPr>
            <a:lvl2pPr indent="-342900" lvl="1" marL="914400" algn="l">
              <a:lnSpc>
                <a:spcPct val="100000"/>
              </a:lnSpc>
              <a:spcBef>
                <a:spcPts val="700"/>
              </a:spcBef>
              <a:spcAft>
                <a:spcPts val="0"/>
              </a:spcAft>
              <a:buClr>
                <a:srgbClr val="000000"/>
              </a:buClr>
              <a:buSzPts val="1800"/>
              <a:buChar char="–"/>
              <a:defRPr/>
            </a:lvl2pPr>
            <a:lvl3pPr indent="-342900" lvl="2" marL="1371600" algn="l">
              <a:lnSpc>
                <a:spcPct val="100000"/>
              </a:lnSpc>
              <a:spcBef>
                <a:spcPts val="700"/>
              </a:spcBef>
              <a:spcAft>
                <a:spcPts val="0"/>
              </a:spcAft>
              <a:buClr>
                <a:srgbClr val="000000"/>
              </a:buClr>
              <a:buSzPts val="1800"/>
              <a:buChar char="•"/>
              <a:defRPr/>
            </a:lvl3pPr>
            <a:lvl4pPr indent="-342900" lvl="3" marL="1828800" algn="l">
              <a:lnSpc>
                <a:spcPct val="100000"/>
              </a:lnSpc>
              <a:spcBef>
                <a:spcPts val="700"/>
              </a:spcBef>
              <a:spcAft>
                <a:spcPts val="0"/>
              </a:spcAft>
              <a:buClr>
                <a:srgbClr val="000000"/>
              </a:buClr>
              <a:buSzPts val="1800"/>
              <a:buChar char="–"/>
              <a:defRPr/>
            </a:lvl4pPr>
            <a:lvl5pPr indent="-342900" lvl="4" marL="2286000" algn="l">
              <a:lnSpc>
                <a:spcPct val="100000"/>
              </a:lnSpc>
              <a:spcBef>
                <a:spcPts val="700"/>
              </a:spcBef>
              <a:spcAft>
                <a:spcPts val="0"/>
              </a:spcAft>
              <a:buClr>
                <a:srgbClr val="000000"/>
              </a:buClr>
              <a:buSzPts val="1800"/>
              <a:buChar char="»"/>
              <a:defRPr/>
            </a:lvl5pPr>
            <a:lvl6pPr indent="-342900" lvl="5" marL="2743200" algn="l">
              <a:lnSpc>
                <a:spcPct val="100000"/>
              </a:lnSpc>
              <a:spcBef>
                <a:spcPts val="700"/>
              </a:spcBef>
              <a:spcAft>
                <a:spcPts val="0"/>
              </a:spcAft>
              <a:buClr>
                <a:srgbClr val="000000"/>
              </a:buClr>
              <a:buSzPts val="1800"/>
              <a:buChar char="•"/>
              <a:defRPr/>
            </a:lvl6pPr>
            <a:lvl7pPr indent="-342900" lvl="6" marL="3200400" algn="l">
              <a:lnSpc>
                <a:spcPct val="100000"/>
              </a:lnSpc>
              <a:spcBef>
                <a:spcPts val="700"/>
              </a:spcBef>
              <a:spcAft>
                <a:spcPts val="0"/>
              </a:spcAft>
              <a:buClr>
                <a:srgbClr val="000000"/>
              </a:buClr>
              <a:buSzPts val="1800"/>
              <a:buChar char="•"/>
              <a:defRPr/>
            </a:lvl7pPr>
            <a:lvl8pPr indent="-342900" lvl="7" marL="3657600" algn="l">
              <a:lnSpc>
                <a:spcPct val="100000"/>
              </a:lnSpc>
              <a:spcBef>
                <a:spcPts val="700"/>
              </a:spcBef>
              <a:spcAft>
                <a:spcPts val="0"/>
              </a:spcAft>
              <a:buClr>
                <a:srgbClr val="000000"/>
              </a:buClr>
              <a:buSzPts val="1800"/>
              <a:buChar char="•"/>
              <a:defRPr/>
            </a:lvl8pPr>
            <a:lvl9pPr indent="-342900" lvl="8" marL="4114800" algn="l">
              <a:lnSpc>
                <a:spcPct val="100000"/>
              </a:lnSpc>
              <a:spcBef>
                <a:spcPts val="700"/>
              </a:spcBef>
              <a:spcAft>
                <a:spcPts val="0"/>
              </a:spcAft>
              <a:buClr>
                <a:srgbClr val="000000"/>
              </a:buClr>
              <a:buSzPts val="1800"/>
              <a:buChar char="•"/>
              <a:defRPr/>
            </a:lvl9pPr>
          </a:lstStyle>
          <a:p/>
        </p:txBody>
      </p:sp>
      <p:sp>
        <p:nvSpPr>
          <p:cNvPr id="31" name="Google Shape;31;p16"/>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2" name="Shape 32"/>
        <p:cNvGrpSpPr/>
        <p:nvPr/>
      </p:nvGrpSpPr>
      <p:grpSpPr>
        <a:xfrm>
          <a:off x="0" y="0"/>
          <a:ext cx="0" cy="0"/>
          <a:chOff x="0" y="0"/>
          <a:chExt cx="0" cy="0"/>
        </a:xfrm>
      </p:grpSpPr>
      <p:sp>
        <p:nvSpPr>
          <p:cNvPr id="33" name="Google Shape;33;p17"/>
          <p:cNvSpPr txBox="1"/>
          <p:nvPr>
            <p:ph type="title"/>
          </p:nvPr>
        </p:nvSpPr>
        <p:spPr>
          <a:xfrm>
            <a:off x="457200" y="274638"/>
            <a:ext cx="8229600" cy="1143001"/>
          </a:xfrm>
          <a:prstGeom prst="rect">
            <a:avLst/>
          </a:prstGeom>
          <a:noFill/>
          <a:ln>
            <a:noFill/>
          </a:ln>
        </p:spPr>
        <p:txBody>
          <a:bodyPr anchorCtr="0" anchor="ctr" bIns="45700" lIns="45700" spcFirstLastPara="1" rIns="45700" wrap="square" tIns="4570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34" name="Google Shape;34;p17"/>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35" name="Shape 35"/>
        <p:cNvGrpSpPr/>
        <p:nvPr/>
      </p:nvGrpSpPr>
      <p:grpSpPr>
        <a:xfrm>
          <a:off x="0" y="0"/>
          <a:ext cx="0" cy="0"/>
          <a:chOff x="0" y="0"/>
          <a:chExt cx="0" cy="0"/>
        </a:xfrm>
      </p:grpSpPr>
      <p:sp>
        <p:nvSpPr>
          <p:cNvPr id="36" name="Google Shape;36;p18"/>
          <p:cNvSpPr txBox="1"/>
          <p:nvPr>
            <p:ph type="title"/>
          </p:nvPr>
        </p:nvSpPr>
        <p:spPr>
          <a:xfrm>
            <a:off x="457200" y="273050"/>
            <a:ext cx="3008314" cy="1162050"/>
          </a:xfrm>
          <a:prstGeom prst="rect">
            <a:avLst/>
          </a:prstGeom>
          <a:noFill/>
          <a:ln>
            <a:noFill/>
          </a:ln>
        </p:spPr>
        <p:txBody>
          <a:bodyPr anchorCtr="0" anchor="b" bIns="45700" lIns="45700" spcFirstLastPara="1" rIns="45700" wrap="square" tIns="45700">
            <a:normAutofit/>
          </a:bodyPr>
          <a:lstStyle>
            <a:lvl1pPr lvl="0" algn="l">
              <a:lnSpc>
                <a:spcPct val="100000"/>
              </a:lnSpc>
              <a:spcBef>
                <a:spcPts val="0"/>
              </a:spcBef>
              <a:spcAft>
                <a:spcPts val="0"/>
              </a:spcAft>
              <a:buClr>
                <a:srgbClr val="000000"/>
              </a:buClr>
              <a:buSzPts val="2000"/>
              <a:buFont typeface="Calibri"/>
              <a:buNone/>
              <a:defRPr b="1" sz="20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37" name="Google Shape;37;p18"/>
          <p:cNvSpPr txBox="1"/>
          <p:nvPr>
            <p:ph idx="1" type="body"/>
          </p:nvPr>
        </p:nvSpPr>
        <p:spPr>
          <a:xfrm>
            <a:off x="3575050" y="273050"/>
            <a:ext cx="5111750" cy="5853113"/>
          </a:xfrm>
          <a:prstGeom prst="rect">
            <a:avLst/>
          </a:prstGeom>
          <a:noFill/>
          <a:ln>
            <a:noFill/>
          </a:ln>
        </p:spPr>
        <p:txBody>
          <a:bodyPr anchorCtr="0" anchor="t" bIns="45700" lIns="45700" spcFirstLastPara="1" rIns="45700" wrap="square" tIns="45700">
            <a:normAutofit/>
          </a:bodyPr>
          <a:lstStyle>
            <a:lvl1pPr indent="-342900" lvl="0" marL="457200" algn="l">
              <a:lnSpc>
                <a:spcPct val="100000"/>
              </a:lnSpc>
              <a:spcBef>
                <a:spcPts val="700"/>
              </a:spcBef>
              <a:spcAft>
                <a:spcPts val="0"/>
              </a:spcAft>
              <a:buClr>
                <a:srgbClr val="000000"/>
              </a:buClr>
              <a:buSzPts val="1800"/>
              <a:buChar char="•"/>
              <a:defRPr/>
            </a:lvl1pPr>
            <a:lvl2pPr indent="-342900" lvl="1" marL="914400" algn="l">
              <a:lnSpc>
                <a:spcPct val="100000"/>
              </a:lnSpc>
              <a:spcBef>
                <a:spcPts val="700"/>
              </a:spcBef>
              <a:spcAft>
                <a:spcPts val="0"/>
              </a:spcAft>
              <a:buClr>
                <a:srgbClr val="000000"/>
              </a:buClr>
              <a:buSzPts val="1800"/>
              <a:buChar char="–"/>
              <a:defRPr/>
            </a:lvl2pPr>
            <a:lvl3pPr indent="-342900" lvl="2" marL="1371600" algn="l">
              <a:lnSpc>
                <a:spcPct val="100000"/>
              </a:lnSpc>
              <a:spcBef>
                <a:spcPts val="700"/>
              </a:spcBef>
              <a:spcAft>
                <a:spcPts val="0"/>
              </a:spcAft>
              <a:buClr>
                <a:srgbClr val="000000"/>
              </a:buClr>
              <a:buSzPts val="1800"/>
              <a:buChar char="•"/>
              <a:defRPr/>
            </a:lvl3pPr>
            <a:lvl4pPr indent="-342900" lvl="3" marL="1828800" algn="l">
              <a:lnSpc>
                <a:spcPct val="100000"/>
              </a:lnSpc>
              <a:spcBef>
                <a:spcPts val="700"/>
              </a:spcBef>
              <a:spcAft>
                <a:spcPts val="0"/>
              </a:spcAft>
              <a:buClr>
                <a:srgbClr val="000000"/>
              </a:buClr>
              <a:buSzPts val="1800"/>
              <a:buChar char="–"/>
              <a:defRPr/>
            </a:lvl4pPr>
            <a:lvl5pPr indent="-342900" lvl="4" marL="2286000" algn="l">
              <a:lnSpc>
                <a:spcPct val="100000"/>
              </a:lnSpc>
              <a:spcBef>
                <a:spcPts val="700"/>
              </a:spcBef>
              <a:spcAft>
                <a:spcPts val="0"/>
              </a:spcAft>
              <a:buClr>
                <a:srgbClr val="000000"/>
              </a:buClr>
              <a:buSzPts val="1800"/>
              <a:buChar char="»"/>
              <a:defRPr/>
            </a:lvl5pPr>
            <a:lvl6pPr indent="-342900" lvl="5" marL="2743200" algn="l">
              <a:lnSpc>
                <a:spcPct val="100000"/>
              </a:lnSpc>
              <a:spcBef>
                <a:spcPts val="700"/>
              </a:spcBef>
              <a:spcAft>
                <a:spcPts val="0"/>
              </a:spcAft>
              <a:buClr>
                <a:srgbClr val="000000"/>
              </a:buClr>
              <a:buSzPts val="1800"/>
              <a:buChar char="•"/>
              <a:defRPr/>
            </a:lvl6pPr>
            <a:lvl7pPr indent="-342900" lvl="6" marL="3200400" algn="l">
              <a:lnSpc>
                <a:spcPct val="100000"/>
              </a:lnSpc>
              <a:spcBef>
                <a:spcPts val="700"/>
              </a:spcBef>
              <a:spcAft>
                <a:spcPts val="0"/>
              </a:spcAft>
              <a:buClr>
                <a:srgbClr val="000000"/>
              </a:buClr>
              <a:buSzPts val="1800"/>
              <a:buChar char="•"/>
              <a:defRPr/>
            </a:lvl7pPr>
            <a:lvl8pPr indent="-342900" lvl="7" marL="3657600" algn="l">
              <a:lnSpc>
                <a:spcPct val="100000"/>
              </a:lnSpc>
              <a:spcBef>
                <a:spcPts val="700"/>
              </a:spcBef>
              <a:spcAft>
                <a:spcPts val="0"/>
              </a:spcAft>
              <a:buClr>
                <a:srgbClr val="000000"/>
              </a:buClr>
              <a:buSzPts val="1800"/>
              <a:buChar char="•"/>
              <a:defRPr/>
            </a:lvl8pPr>
            <a:lvl9pPr indent="-342900" lvl="8" marL="4114800" algn="l">
              <a:lnSpc>
                <a:spcPct val="100000"/>
              </a:lnSpc>
              <a:spcBef>
                <a:spcPts val="700"/>
              </a:spcBef>
              <a:spcAft>
                <a:spcPts val="0"/>
              </a:spcAft>
              <a:buClr>
                <a:srgbClr val="000000"/>
              </a:buClr>
              <a:buSzPts val="1800"/>
              <a:buChar char="•"/>
              <a:defRPr/>
            </a:lvl9pPr>
          </a:lstStyle>
          <a:p/>
        </p:txBody>
      </p:sp>
      <p:sp>
        <p:nvSpPr>
          <p:cNvPr id="38" name="Google Shape;38;p18"/>
          <p:cNvSpPr txBox="1"/>
          <p:nvPr>
            <p:ph idx="2" type="body"/>
          </p:nvPr>
        </p:nvSpPr>
        <p:spPr>
          <a:xfrm>
            <a:off x="457199" y="1435100"/>
            <a:ext cx="3008315" cy="4691063"/>
          </a:xfrm>
          <a:prstGeom prst="rect">
            <a:avLst/>
          </a:prstGeom>
          <a:noFill/>
          <a:ln>
            <a:noFill/>
          </a:ln>
        </p:spPr>
        <p:txBody>
          <a:bodyPr anchorCtr="0" anchor="t" bIns="45700" lIns="45700" spcFirstLastPara="1" rIns="45700" wrap="square" tIns="45700">
            <a:normAutofit/>
          </a:bodyPr>
          <a:lstStyle>
            <a:lvl1pPr indent="-342900" lvl="0" marL="457200" algn="l">
              <a:lnSpc>
                <a:spcPct val="100000"/>
              </a:lnSpc>
              <a:spcBef>
                <a:spcPts val="700"/>
              </a:spcBef>
              <a:spcAft>
                <a:spcPts val="0"/>
              </a:spcAft>
              <a:buClr>
                <a:srgbClr val="000000"/>
              </a:buClr>
              <a:buSzPts val="1800"/>
              <a:buChar char="•"/>
              <a:defRPr/>
            </a:lvl1pPr>
            <a:lvl2pPr indent="-342900" lvl="1" marL="914400" algn="l">
              <a:lnSpc>
                <a:spcPct val="100000"/>
              </a:lnSpc>
              <a:spcBef>
                <a:spcPts val="700"/>
              </a:spcBef>
              <a:spcAft>
                <a:spcPts val="0"/>
              </a:spcAft>
              <a:buClr>
                <a:srgbClr val="000000"/>
              </a:buClr>
              <a:buSzPts val="1800"/>
              <a:buChar char="–"/>
              <a:defRPr/>
            </a:lvl2pPr>
            <a:lvl3pPr indent="-342900" lvl="2" marL="1371600" algn="l">
              <a:lnSpc>
                <a:spcPct val="100000"/>
              </a:lnSpc>
              <a:spcBef>
                <a:spcPts val="700"/>
              </a:spcBef>
              <a:spcAft>
                <a:spcPts val="0"/>
              </a:spcAft>
              <a:buClr>
                <a:srgbClr val="000000"/>
              </a:buClr>
              <a:buSzPts val="1800"/>
              <a:buChar char="•"/>
              <a:defRPr/>
            </a:lvl3pPr>
            <a:lvl4pPr indent="-342900" lvl="3" marL="1828800" algn="l">
              <a:lnSpc>
                <a:spcPct val="100000"/>
              </a:lnSpc>
              <a:spcBef>
                <a:spcPts val="700"/>
              </a:spcBef>
              <a:spcAft>
                <a:spcPts val="0"/>
              </a:spcAft>
              <a:buClr>
                <a:srgbClr val="000000"/>
              </a:buClr>
              <a:buSzPts val="1800"/>
              <a:buChar char="–"/>
              <a:defRPr/>
            </a:lvl4pPr>
            <a:lvl5pPr indent="-342900" lvl="4" marL="2286000" algn="l">
              <a:lnSpc>
                <a:spcPct val="100000"/>
              </a:lnSpc>
              <a:spcBef>
                <a:spcPts val="700"/>
              </a:spcBef>
              <a:spcAft>
                <a:spcPts val="0"/>
              </a:spcAft>
              <a:buClr>
                <a:srgbClr val="000000"/>
              </a:buClr>
              <a:buSzPts val="1800"/>
              <a:buChar char="»"/>
              <a:defRPr/>
            </a:lvl5pPr>
            <a:lvl6pPr indent="-342900" lvl="5" marL="2743200" algn="l">
              <a:lnSpc>
                <a:spcPct val="100000"/>
              </a:lnSpc>
              <a:spcBef>
                <a:spcPts val="700"/>
              </a:spcBef>
              <a:spcAft>
                <a:spcPts val="0"/>
              </a:spcAft>
              <a:buClr>
                <a:srgbClr val="000000"/>
              </a:buClr>
              <a:buSzPts val="1800"/>
              <a:buChar char="•"/>
              <a:defRPr/>
            </a:lvl6pPr>
            <a:lvl7pPr indent="-342900" lvl="6" marL="3200400" algn="l">
              <a:lnSpc>
                <a:spcPct val="100000"/>
              </a:lnSpc>
              <a:spcBef>
                <a:spcPts val="700"/>
              </a:spcBef>
              <a:spcAft>
                <a:spcPts val="0"/>
              </a:spcAft>
              <a:buClr>
                <a:srgbClr val="000000"/>
              </a:buClr>
              <a:buSzPts val="1800"/>
              <a:buChar char="•"/>
              <a:defRPr/>
            </a:lvl7pPr>
            <a:lvl8pPr indent="-342900" lvl="7" marL="3657600" algn="l">
              <a:lnSpc>
                <a:spcPct val="100000"/>
              </a:lnSpc>
              <a:spcBef>
                <a:spcPts val="700"/>
              </a:spcBef>
              <a:spcAft>
                <a:spcPts val="0"/>
              </a:spcAft>
              <a:buClr>
                <a:srgbClr val="000000"/>
              </a:buClr>
              <a:buSzPts val="1800"/>
              <a:buChar char="•"/>
              <a:defRPr/>
            </a:lvl8pPr>
            <a:lvl9pPr indent="-342900" lvl="8" marL="4114800" algn="l">
              <a:lnSpc>
                <a:spcPct val="100000"/>
              </a:lnSpc>
              <a:spcBef>
                <a:spcPts val="700"/>
              </a:spcBef>
              <a:spcAft>
                <a:spcPts val="0"/>
              </a:spcAft>
              <a:buClr>
                <a:srgbClr val="000000"/>
              </a:buClr>
              <a:buSzPts val="1800"/>
              <a:buChar char="•"/>
              <a:defRPr/>
            </a:lvl9pPr>
          </a:lstStyle>
          <a:p/>
        </p:txBody>
      </p:sp>
      <p:sp>
        <p:nvSpPr>
          <p:cNvPr id="39" name="Google Shape;39;p18"/>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40" name="Shape 40"/>
        <p:cNvGrpSpPr/>
        <p:nvPr/>
      </p:nvGrpSpPr>
      <p:grpSpPr>
        <a:xfrm>
          <a:off x="0" y="0"/>
          <a:ext cx="0" cy="0"/>
          <a:chOff x="0" y="0"/>
          <a:chExt cx="0" cy="0"/>
        </a:xfrm>
      </p:grpSpPr>
      <p:sp>
        <p:nvSpPr>
          <p:cNvPr id="41" name="Google Shape;41;p19"/>
          <p:cNvSpPr txBox="1"/>
          <p:nvPr>
            <p:ph type="title"/>
          </p:nvPr>
        </p:nvSpPr>
        <p:spPr>
          <a:xfrm>
            <a:off x="1792288" y="4800600"/>
            <a:ext cx="5486401" cy="566738"/>
          </a:xfrm>
          <a:prstGeom prst="rect">
            <a:avLst/>
          </a:prstGeom>
          <a:noFill/>
          <a:ln>
            <a:noFill/>
          </a:ln>
        </p:spPr>
        <p:txBody>
          <a:bodyPr anchorCtr="0" anchor="b" bIns="45700" lIns="45700" spcFirstLastPara="1" rIns="45700" wrap="square" tIns="45700">
            <a:normAutofit/>
          </a:bodyPr>
          <a:lstStyle>
            <a:lvl1pPr lvl="0" algn="l">
              <a:lnSpc>
                <a:spcPct val="100000"/>
              </a:lnSpc>
              <a:spcBef>
                <a:spcPts val="0"/>
              </a:spcBef>
              <a:spcAft>
                <a:spcPts val="0"/>
              </a:spcAft>
              <a:buClr>
                <a:srgbClr val="000000"/>
              </a:buClr>
              <a:buSzPts val="2000"/>
              <a:buFont typeface="Calibri"/>
              <a:buNone/>
              <a:defRPr b="1" sz="20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42" name="Google Shape;42;p19"/>
          <p:cNvSpPr/>
          <p:nvPr>
            <p:ph idx="2" type="pic"/>
          </p:nvPr>
        </p:nvSpPr>
        <p:spPr>
          <a:xfrm>
            <a:off x="1792288" y="612775"/>
            <a:ext cx="5486401" cy="4114800"/>
          </a:xfrm>
          <a:prstGeom prst="rect">
            <a:avLst/>
          </a:prstGeom>
          <a:noFill/>
          <a:ln>
            <a:noFill/>
          </a:ln>
        </p:spPr>
      </p:sp>
      <p:sp>
        <p:nvSpPr>
          <p:cNvPr id="43" name="Google Shape;43;p19"/>
          <p:cNvSpPr txBox="1"/>
          <p:nvPr>
            <p:ph idx="1" type="body"/>
          </p:nvPr>
        </p:nvSpPr>
        <p:spPr>
          <a:xfrm>
            <a:off x="1792288" y="5367337"/>
            <a:ext cx="5486401" cy="804863"/>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300"/>
              </a:spcBef>
              <a:spcAft>
                <a:spcPts val="0"/>
              </a:spcAft>
              <a:buClr>
                <a:srgbClr val="000000"/>
              </a:buClr>
              <a:buSzPts val="1400"/>
              <a:buFont typeface="Calibri"/>
              <a:buNone/>
              <a:defRPr sz="1400"/>
            </a:lvl1pPr>
            <a:lvl2pPr indent="-228600" lvl="1" marL="914400" algn="l">
              <a:lnSpc>
                <a:spcPct val="100000"/>
              </a:lnSpc>
              <a:spcBef>
                <a:spcPts val="300"/>
              </a:spcBef>
              <a:spcAft>
                <a:spcPts val="0"/>
              </a:spcAft>
              <a:buClr>
                <a:srgbClr val="000000"/>
              </a:buClr>
              <a:buSzPts val="1400"/>
              <a:buFont typeface="Calibri"/>
              <a:buNone/>
              <a:defRPr sz="1400"/>
            </a:lvl2pPr>
            <a:lvl3pPr indent="-228600" lvl="2" marL="1371600" algn="l">
              <a:lnSpc>
                <a:spcPct val="100000"/>
              </a:lnSpc>
              <a:spcBef>
                <a:spcPts val="300"/>
              </a:spcBef>
              <a:spcAft>
                <a:spcPts val="0"/>
              </a:spcAft>
              <a:buClr>
                <a:srgbClr val="000000"/>
              </a:buClr>
              <a:buSzPts val="1400"/>
              <a:buFont typeface="Calibri"/>
              <a:buNone/>
              <a:defRPr sz="1400"/>
            </a:lvl3pPr>
            <a:lvl4pPr indent="-228600" lvl="3" marL="1828800" algn="l">
              <a:lnSpc>
                <a:spcPct val="100000"/>
              </a:lnSpc>
              <a:spcBef>
                <a:spcPts val="300"/>
              </a:spcBef>
              <a:spcAft>
                <a:spcPts val="0"/>
              </a:spcAft>
              <a:buClr>
                <a:srgbClr val="000000"/>
              </a:buClr>
              <a:buSzPts val="1400"/>
              <a:buFont typeface="Calibri"/>
              <a:buNone/>
              <a:defRPr sz="1400"/>
            </a:lvl4pPr>
            <a:lvl5pPr indent="-228600" lvl="4" marL="2286000" algn="l">
              <a:lnSpc>
                <a:spcPct val="100000"/>
              </a:lnSpc>
              <a:spcBef>
                <a:spcPts val="300"/>
              </a:spcBef>
              <a:spcAft>
                <a:spcPts val="0"/>
              </a:spcAft>
              <a:buClr>
                <a:srgbClr val="000000"/>
              </a:buClr>
              <a:buSzPts val="1400"/>
              <a:buFont typeface="Calibri"/>
              <a:buNone/>
              <a:defRPr sz="1400"/>
            </a:lvl5pPr>
            <a:lvl6pPr indent="-342900" lvl="5" marL="2743200" algn="l">
              <a:lnSpc>
                <a:spcPct val="100000"/>
              </a:lnSpc>
              <a:spcBef>
                <a:spcPts val="700"/>
              </a:spcBef>
              <a:spcAft>
                <a:spcPts val="0"/>
              </a:spcAft>
              <a:buClr>
                <a:srgbClr val="000000"/>
              </a:buClr>
              <a:buSzPts val="1800"/>
              <a:buChar char="•"/>
              <a:defRPr/>
            </a:lvl6pPr>
            <a:lvl7pPr indent="-342900" lvl="6" marL="3200400" algn="l">
              <a:lnSpc>
                <a:spcPct val="100000"/>
              </a:lnSpc>
              <a:spcBef>
                <a:spcPts val="700"/>
              </a:spcBef>
              <a:spcAft>
                <a:spcPts val="0"/>
              </a:spcAft>
              <a:buClr>
                <a:srgbClr val="000000"/>
              </a:buClr>
              <a:buSzPts val="1800"/>
              <a:buChar char="•"/>
              <a:defRPr/>
            </a:lvl7pPr>
            <a:lvl8pPr indent="-342900" lvl="7" marL="3657600" algn="l">
              <a:lnSpc>
                <a:spcPct val="100000"/>
              </a:lnSpc>
              <a:spcBef>
                <a:spcPts val="700"/>
              </a:spcBef>
              <a:spcAft>
                <a:spcPts val="0"/>
              </a:spcAft>
              <a:buClr>
                <a:srgbClr val="000000"/>
              </a:buClr>
              <a:buSzPts val="1800"/>
              <a:buChar char="•"/>
              <a:defRPr/>
            </a:lvl8pPr>
            <a:lvl9pPr indent="-342900" lvl="8" marL="4114800" algn="l">
              <a:lnSpc>
                <a:spcPct val="100000"/>
              </a:lnSpc>
              <a:spcBef>
                <a:spcPts val="700"/>
              </a:spcBef>
              <a:spcAft>
                <a:spcPts val="0"/>
              </a:spcAft>
              <a:buClr>
                <a:srgbClr val="000000"/>
              </a:buClr>
              <a:buSzPts val="1800"/>
              <a:buChar char="•"/>
              <a:defRPr/>
            </a:lvl9pPr>
          </a:lstStyle>
          <a:p/>
        </p:txBody>
      </p:sp>
      <p:sp>
        <p:nvSpPr>
          <p:cNvPr id="44" name="Google Shape;44;p19"/>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algn="r">
              <a:lnSpc>
                <a:spcPct val="100000"/>
              </a:lnSpc>
              <a:spcBef>
                <a:spcPts val="0"/>
              </a:spcBef>
              <a:spcAft>
                <a:spcPts val="0"/>
              </a:spcAft>
              <a:buClr>
                <a:srgbClr val="888888"/>
              </a:buClr>
              <a:buSzPts val="1200"/>
              <a:buFont typeface="Calibri"/>
              <a:buNone/>
              <a:defRPr sz="1200">
                <a:solidFill>
                  <a:srgbClr val="888888"/>
                </a:solidFill>
              </a:defRPr>
            </a:lvl1pPr>
            <a:lvl2pPr indent="0" lvl="1" marL="0" algn="r">
              <a:lnSpc>
                <a:spcPct val="100000"/>
              </a:lnSpc>
              <a:spcBef>
                <a:spcPts val="0"/>
              </a:spcBef>
              <a:spcAft>
                <a:spcPts val="0"/>
              </a:spcAft>
              <a:buClr>
                <a:srgbClr val="888888"/>
              </a:buClr>
              <a:buSzPts val="1200"/>
              <a:buFont typeface="Calibri"/>
              <a:buNone/>
              <a:defRPr sz="1200">
                <a:solidFill>
                  <a:srgbClr val="888888"/>
                </a:solidFill>
              </a:defRPr>
            </a:lvl2pPr>
            <a:lvl3pPr indent="0" lvl="2" marL="0" algn="r">
              <a:lnSpc>
                <a:spcPct val="100000"/>
              </a:lnSpc>
              <a:spcBef>
                <a:spcPts val="0"/>
              </a:spcBef>
              <a:spcAft>
                <a:spcPts val="0"/>
              </a:spcAft>
              <a:buClr>
                <a:srgbClr val="888888"/>
              </a:buClr>
              <a:buSzPts val="1200"/>
              <a:buFont typeface="Calibri"/>
              <a:buNone/>
              <a:defRPr sz="1200">
                <a:solidFill>
                  <a:srgbClr val="888888"/>
                </a:solidFill>
              </a:defRPr>
            </a:lvl3pPr>
            <a:lvl4pPr indent="0" lvl="3" marL="0" algn="r">
              <a:lnSpc>
                <a:spcPct val="100000"/>
              </a:lnSpc>
              <a:spcBef>
                <a:spcPts val="0"/>
              </a:spcBef>
              <a:spcAft>
                <a:spcPts val="0"/>
              </a:spcAft>
              <a:buClr>
                <a:srgbClr val="888888"/>
              </a:buClr>
              <a:buSzPts val="1200"/>
              <a:buFont typeface="Calibri"/>
              <a:buNone/>
              <a:defRPr sz="1200">
                <a:solidFill>
                  <a:srgbClr val="888888"/>
                </a:solidFill>
              </a:defRPr>
            </a:lvl4pPr>
            <a:lvl5pPr indent="0" lvl="4" marL="0" algn="r">
              <a:lnSpc>
                <a:spcPct val="100000"/>
              </a:lnSpc>
              <a:spcBef>
                <a:spcPts val="0"/>
              </a:spcBef>
              <a:spcAft>
                <a:spcPts val="0"/>
              </a:spcAft>
              <a:buClr>
                <a:srgbClr val="888888"/>
              </a:buClr>
              <a:buSzPts val="1200"/>
              <a:buFont typeface="Calibri"/>
              <a:buNone/>
              <a:defRPr sz="1200">
                <a:solidFill>
                  <a:srgbClr val="888888"/>
                </a:solidFill>
              </a:defRPr>
            </a:lvl5pPr>
            <a:lvl6pPr indent="0" lvl="5" marL="0" algn="r">
              <a:lnSpc>
                <a:spcPct val="100000"/>
              </a:lnSpc>
              <a:spcBef>
                <a:spcPts val="0"/>
              </a:spcBef>
              <a:spcAft>
                <a:spcPts val="0"/>
              </a:spcAft>
              <a:buClr>
                <a:srgbClr val="888888"/>
              </a:buClr>
              <a:buSzPts val="1200"/>
              <a:buFont typeface="Calibri"/>
              <a:buNone/>
              <a:defRPr sz="1200">
                <a:solidFill>
                  <a:srgbClr val="888888"/>
                </a:solidFill>
              </a:defRPr>
            </a:lvl6pPr>
            <a:lvl7pPr indent="0" lvl="6" marL="0" algn="r">
              <a:lnSpc>
                <a:spcPct val="100000"/>
              </a:lnSpc>
              <a:spcBef>
                <a:spcPts val="0"/>
              </a:spcBef>
              <a:spcAft>
                <a:spcPts val="0"/>
              </a:spcAft>
              <a:buClr>
                <a:srgbClr val="888888"/>
              </a:buClr>
              <a:buSzPts val="1200"/>
              <a:buFont typeface="Calibri"/>
              <a:buNone/>
              <a:defRPr sz="1200">
                <a:solidFill>
                  <a:srgbClr val="888888"/>
                </a:solidFill>
              </a:defRPr>
            </a:lvl7pPr>
            <a:lvl8pPr indent="0" lvl="7" marL="0" algn="r">
              <a:lnSpc>
                <a:spcPct val="100000"/>
              </a:lnSpc>
              <a:spcBef>
                <a:spcPts val="0"/>
              </a:spcBef>
              <a:spcAft>
                <a:spcPts val="0"/>
              </a:spcAft>
              <a:buClr>
                <a:srgbClr val="888888"/>
              </a:buClr>
              <a:buSzPts val="1200"/>
              <a:buFont typeface="Calibri"/>
              <a:buNone/>
              <a:defRPr sz="1200">
                <a:solidFill>
                  <a:srgbClr val="888888"/>
                </a:solidFill>
              </a:defRPr>
            </a:lvl8pPr>
            <a:lvl9pPr indent="0" lvl="8" marL="0" algn="r">
              <a:lnSpc>
                <a:spcPct val="100000"/>
              </a:lnSpc>
              <a:spcBef>
                <a:spcPts val="0"/>
              </a:spcBef>
              <a:spcAft>
                <a:spcPts val="0"/>
              </a:spcAft>
              <a:buClr>
                <a:srgbClr val="888888"/>
              </a:buClr>
              <a:buSzPts val="1200"/>
              <a:buFont typeface="Calibri"/>
              <a:buNone/>
              <a:defRPr sz="12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0"/>
          <p:cNvSpPr txBox="1"/>
          <p:nvPr>
            <p:ph type="title"/>
          </p:nvPr>
        </p:nvSpPr>
        <p:spPr>
          <a:xfrm>
            <a:off x="914400" y="138112"/>
            <a:ext cx="16459200" cy="2262188"/>
          </a:xfrm>
          <a:prstGeom prst="rect">
            <a:avLst/>
          </a:prstGeom>
          <a:noFill/>
          <a:ln>
            <a:noFill/>
          </a:ln>
        </p:spPr>
        <p:txBody>
          <a:bodyPr anchorCtr="0" anchor="ctr" bIns="45700" lIns="45700" spcFirstLastPara="1" rIns="45700" wrap="square" tIns="45700">
            <a:normAutofit/>
          </a:bodyPr>
          <a:lstStyle>
            <a:lvl1pPr lvl="0"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4400"/>
              <a:buFont typeface="Calibri"/>
              <a:buNone/>
              <a:defRPr b="0" i="0" sz="4400" u="none" cap="none" strike="noStrike">
                <a:solidFill>
                  <a:srgbClr val="000000"/>
                </a:solidFill>
                <a:latin typeface="Calibri"/>
                <a:ea typeface="Calibri"/>
                <a:cs typeface="Calibri"/>
                <a:sym typeface="Calibri"/>
              </a:defRPr>
            </a:lvl9pPr>
          </a:lstStyle>
          <a:p/>
        </p:txBody>
      </p:sp>
      <p:sp>
        <p:nvSpPr>
          <p:cNvPr id="7" name="Google Shape;7;p10"/>
          <p:cNvSpPr txBox="1"/>
          <p:nvPr>
            <p:ph idx="1" type="body"/>
          </p:nvPr>
        </p:nvSpPr>
        <p:spPr>
          <a:xfrm>
            <a:off x="914400" y="2400300"/>
            <a:ext cx="16459200" cy="7886700"/>
          </a:xfrm>
          <a:prstGeom prst="rect">
            <a:avLst/>
          </a:prstGeom>
          <a:noFill/>
          <a:ln>
            <a:noFill/>
          </a:ln>
        </p:spPr>
        <p:txBody>
          <a:bodyPr anchorCtr="0" anchor="t" bIns="45700" lIns="45700" spcFirstLastPara="1" rIns="45700" wrap="square" tIns="45700">
            <a:normAutofit/>
          </a:bodyPr>
          <a:lstStyle>
            <a:lvl1pPr indent="-431800" lvl="0" marL="4572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1pPr>
            <a:lvl2pPr indent="-431800" lvl="1" marL="9144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2pPr>
            <a:lvl3pPr indent="-431800" lvl="2" marL="13716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3pPr>
            <a:lvl4pPr indent="-431800" lvl="3" marL="18288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4pPr>
            <a:lvl5pPr indent="-431800" lvl="4" marL="22860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5pPr>
            <a:lvl6pPr indent="-431800" lvl="5" marL="27432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6pPr>
            <a:lvl7pPr indent="-431800" lvl="6" marL="32004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7pPr>
            <a:lvl8pPr indent="-431800" lvl="7" marL="36576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8pPr>
            <a:lvl9pPr indent="-431800" lvl="8" marL="4114800" marR="0" rtl="0" algn="l">
              <a:lnSpc>
                <a:spcPct val="100000"/>
              </a:lnSpc>
              <a:spcBef>
                <a:spcPts val="700"/>
              </a:spcBef>
              <a:spcAft>
                <a:spcPts val="0"/>
              </a:spcAft>
              <a:buClr>
                <a:srgbClr val="000000"/>
              </a:buClr>
              <a:buSzPts val="3200"/>
              <a:buFont typeface="Arial"/>
              <a:buChar char="•"/>
              <a:defRPr b="0" i="0" sz="3200" u="none" cap="none" strike="noStrike">
                <a:solidFill>
                  <a:srgbClr val="000000"/>
                </a:solidFill>
                <a:latin typeface="Calibri"/>
                <a:ea typeface="Calibri"/>
                <a:cs typeface="Calibri"/>
                <a:sym typeface="Calibri"/>
              </a:defRPr>
            </a:lvl9pPr>
          </a:lstStyle>
          <a:p/>
        </p:txBody>
      </p:sp>
      <p:sp>
        <p:nvSpPr>
          <p:cNvPr id="8" name="Google Shape;8;p10"/>
          <p:cNvSpPr txBox="1"/>
          <p:nvPr>
            <p:ph idx="12" type="sldNum"/>
          </p:nvPr>
        </p:nvSpPr>
        <p:spPr>
          <a:xfrm>
            <a:off x="8428176" y="6414760"/>
            <a:ext cx="258624" cy="248305"/>
          </a:xfrm>
          <a:prstGeom prst="rect">
            <a:avLst/>
          </a:prstGeom>
          <a:noFill/>
          <a:ln>
            <a:noFill/>
          </a:ln>
        </p:spPr>
        <p:txBody>
          <a:bodyPr anchorCtr="0" anchor="ctr" bIns="45700" lIns="45700" spcFirstLastPara="1" rIns="45700" wrap="square" tIns="45700">
            <a:spAutoFit/>
          </a:bodyPr>
          <a:lstStyle>
            <a:lvl1pPr indent="0" lvl="0"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200"/>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4.png"/><Relationship Id="rId7" Type="http://schemas.openxmlformats.org/officeDocument/2006/relationships/image" Target="../media/image11.png"/><Relationship Id="rId8" Type="http://schemas.openxmlformats.org/officeDocument/2006/relationships/image" Target="../media/image3.png"/><Relationship Id="rId9"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1.png"/><Relationship Id="rId9"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1.png"/><Relationship Id="rId9" Type="http://schemas.openxmlformats.org/officeDocument/2006/relationships/image" Target="../media/image3.png"/><Relationship Id="rId10"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1.png"/><Relationship Id="rId9" Type="http://schemas.openxmlformats.org/officeDocument/2006/relationships/image" Target="../media/image3.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16.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1.png"/><Relationship Id="rId9" Type="http://schemas.openxmlformats.org/officeDocument/2006/relationships/image" Target="../media/image3.pn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16.png"/><Relationship Id="rId14" Type="http://schemas.openxmlformats.org/officeDocument/2006/relationships/image" Target="../media/image17.png"/><Relationship Id="rId15" Type="http://schemas.openxmlformats.org/officeDocument/2006/relationships/image" Target="../media/image21.png"/><Relationship Id="rId16"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1.png"/><Relationship Id="rId9" Type="http://schemas.openxmlformats.org/officeDocument/2006/relationships/image" Target="../media/image3.png"/><Relationship Id="rId10" Type="http://schemas.openxmlformats.org/officeDocument/2006/relationships/image" Target="../media/image23.png"/><Relationship Id="rId11" Type="http://schemas.openxmlformats.org/officeDocument/2006/relationships/image" Target="../media/image24.png"/><Relationship Id="rId12" Type="http://schemas.openxmlformats.org/officeDocument/2006/relationships/image" Target="../media/image19.png"/><Relationship Id="rId13" Type="http://schemas.openxmlformats.org/officeDocument/2006/relationships/image" Target="../media/image25.png"/><Relationship Id="rId1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1.png"/><Relationship Id="rId9" Type="http://schemas.openxmlformats.org/officeDocument/2006/relationships/image" Target="../media/image3.png"/><Relationship Id="rId10" Type="http://schemas.openxmlformats.org/officeDocument/2006/relationships/image" Target="../media/image26.png"/><Relationship Id="rId11" Type="http://schemas.openxmlformats.org/officeDocument/2006/relationships/image" Target="../media/image23.png"/><Relationship Id="rId12" Type="http://schemas.openxmlformats.org/officeDocument/2006/relationships/image" Target="../media/image19.png"/><Relationship Id="rId13" Type="http://schemas.openxmlformats.org/officeDocument/2006/relationships/image" Target="../media/image27.png"/><Relationship Id="rId14" Type="http://schemas.openxmlformats.org/officeDocument/2006/relationships/image" Target="../media/image28.png"/><Relationship Id="rId15" Type="http://schemas.openxmlformats.org/officeDocument/2006/relationships/image" Target="../media/image2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11.png"/><Relationship Id="rId9" Type="http://schemas.openxmlformats.org/officeDocument/2006/relationships/image" Target="../media/image3.png"/><Relationship Id="rId10" Type="http://schemas.openxmlformats.org/officeDocument/2006/relationships/image" Target="../media/image18.png"/><Relationship Id="rId11" Type="http://schemas.openxmlformats.org/officeDocument/2006/relationships/image" Target="../media/image30.png"/><Relationship Id="rId12"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4.png"/><Relationship Id="rId7" Type="http://schemas.openxmlformats.org/officeDocument/2006/relationships/image" Target="../media/image11.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54"/>
        </a:solidFill>
      </p:bgPr>
    </p:bg>
    <p:spTree>
      <p:nvGrpSpPr>
        <p:cNvPr id="48" name="Shape 48"/>
        <p:cNvGrpSpPr/>
        <p:nvPr/>
      </p:nvGrpSpPr>
      <p:grpSpPr>
        <a:xfrm>
          <a:off x="0" y="0"/>
          <a:ext cx="0" cy="0"/>
          <a:chOff x="0" y="0"/>
          <a:chExt cx="0" cy="0"/>
        </a:xfrm>
      </p:grpSpPr>
      <p:sp>
        <p:nvSpPr>
          <p:cNvPr id="49" name="Google Shape;49;p1"/>
          <p:cNvSpPr/>
          <p:nvPr/>
        </p:nvSpPr>
        <p:spPr>
          <a:xfrm>
            <a:off x="-274131" y="-311289"/>
            <a:ext cx="2731199" cy="2731200"/>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0" name="Google Shape;50;p1"/>
          <p:cNvSpPr/>
          <p:nvPr/>
        </p:nvSpPr>
        <p:spPr>
          <a:xfrm>
            <a:off x="5455878" y="7182583"/>
            <a:ext cx="971090" cy="1339433"/>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1" name="Google Shape;51;p1"/>
          <p:cNvSpPr/>
          <p:nvPr/>
        </p:nvSpPr>
        <p:spPr>
          <a:xfrm>
            <a:off x="-1599929" y="4779066"/>
            <a:ext cx="6342222" cy="56445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2" name="Google Shape;52;p1"/>
          <p:cNvSpPr/>
          <p:nvPr/>
        </p:nvSpPr>
        <p:spPr>
          <a:xfrm flipH="1">
            <a:off x="13544441" y="4779066"/>
            <a:ext cx="6342222" cy="56445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3" name="Google Shape;53;p1"/>
          <p:cNvSpPr/>
          <p:nvPr/>
        </p:nvSpPr>
        <p:spPr>
          <a:xfrm flipH="1">
            <a:off x="16200370" y="-311289"/>
            <a:ext cx="2731200" cy="2731200"/>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4" name="Google Shape;54;p1"/>
          <p:cNvSpPr/>
          <p:nvPr/>
        </p:nvSpPr>
        <p:spPr>
          <a:xfrm flipH="1">
            <a:off x="12025121" y="7182583"/>
            <a:ext cx="971089" cy="1339433"/>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55" name="Google Shape;55;p1"/>
          <p:cNvGrpSpPr/>
          <p:nvPr/>
        </p:nvGrpSpPr>
        <p:grpSpPr>
          <a:xfrm>
            <a:off x="3206536" y="-571969"/>
            <a:ext cx="12244263" cy="2143200"/>
            <a:chOff x="-1" y="-324180"/>
            <a:chExt cx="12244263" cy="2143200"/>
          </a:xfrm>
        </p:grpSpPr>
        <p:sp>
          <p:nvSpPr>
            <p:cNvPr id="56" name="Google Shape;56;p1"/>
            <p:cNvSpPr/>
            <p:nvPr/>
          </p:nvSpPr>
          <p:spPr>
            <a:xfrm>
              <a:off x="9620462" y="77665"/>
              <a:ext cx="2623800" cy="1339500"/>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7" name="Google Shape;57;p1"/>
            <p:cNvSpPr/>
            <p:nvPr/>
          </p:nvSpPr>
          <p:spPr>
            <a:xfrm>
              <a:off x="4815760" y="-324181"/>
              <a:ext cx="2243400" cy="2143200"/>
            </a:xfrm>
            <a:prstGeom prst="rect">
              <a:avLst/>
            </a:prstGeom>
            <a:blipFill rotWithShape="1">
              <a:blip r:embed="rId7">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58" name="Google Shape;58;p1"/>
            <p:cNvSpPr/>
            <p:nvPr/>
          </p:nvSpPr>
          <p:spPr>
            <a:xfrm>
              <a:off x="-1" y="280132"/>
              <a:ext cx="1939145" cy="823772"/>
            </a:xfrm>
            <a:prstGeom prst="rect">
              <a:avLst/>
            </a:prstGeom>
            <a:blipFill rotWithShape="1">
              <a:blip r:embed="rId8">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59" name="Google Shape;59;p1"/>
          <p:cNvSpPr txBox="1"/>
          <p:nvPr/>
        </p:nvSpPr>
        <p:spPr>
          <a:xfrm>
            <a:off x="7106850" y="2058250"/>
            <a:ext cx="4074300" cy="708000"/>
          </a:xfrm>
          <a:prstGeom prst="rect">
            <a:avLst/>
          </a:prstGeom>
          <a:noFill/>
          <a:ln>
            <a:noFill/>
          </a:ln>
        </p:spPr>
        <p:txBody>
          <a:bodyPr anchorCtr="0" anchor="t" bIns="91425" lIns="91425" spcFirstLastPara="1" rIns="91425" wrap="square" tIns="91425">
            <a:spAutoFit/>
          </a:bodyPr>
          <a:lstStyle/>
          <a:p>
            <a:pPr indent="0" lvl="0" marL="0" rtl="0" algn="ctr">
              <a:lnSpc>
                <a:spcPct val="140000"/>
              </a:lnSpc>
              <a:spcBef>
                <a:spcPts val="4200"/>
              </a:spcBef>
              <a:spcAft>
                <a:spcPts val="4200"/>
              </a:spcAft>
              <a:buNone/>
            </a:pPr>
            <a:r>
              <a:rPr lang="en-US" sz="3400">
                <a:solidFill>
                  <a:srgbClr val="FFFFFF"/>
                </a:solidFill>
                <a:latin typeface="Cinzel Decorative"/>
                <a:ea typeface="Cinzel Decorative"/>
                <a:cs typeface="Cinzel Decorative"/>
                <a:sym typeface="Cinzel Decorative"/>
              </a:rPr>
              <a:t>arch presents</a:t>
            </a:r>
            <a:endParaRPr sz="3400">
              <a:solidFill>
                <a:srgbClr val="FFFFFF"/>
              </a:solidFill>
              <a:latin typeface="Cinzel Decorative"/>
              <a:ea typeface="Cinzel Decorative"/>
              <a:cs typeface="Cinzel Decorative"/>
              <a:sym typeface="Cinzel Decorative"/>
            </a:endParaRPr>
          </a:p>
        </p:txBody>
      </p:sp>
      <p:grpSp>
        <p:nvGrpSpPr>
          <p:cNvPr id="60" name="Google Shape;60;p1"/>
          <p:cNvGrpSpPr/>
          <p:nvPr/>
        </p:nvGrpSpPr>
        <p:grpSpPr>
          <a:xfrm>
            <a:off x="4220972" y="3152042"/>
            <a:ext cx="10215389" cy="3644737"/>
            <a:chOff x="5379931" y="3438250"/>
            <a:chExt cx="7897479" cy="2817732"/>
          </a:xfrm>
        </p:grpSpPr>
        <p:sp>
          <p:nvSpPr>
            <p:cNvPr id="61" name="Google Shape;61;p1"/>
            <p:cNvSpPr txBox="1"/>
            <p:nvPr/>
          </p:nvSpPr>
          <p:spPr>
            <a:xfrm>
              <a:off x="5784900" y="3438250"/>
              <a:ext cx="6718200" cy="800400"/>
            </a:xfrm>
            <a:prstGeom prst="rect">
              <a:avLst/>
            </a:prstGeom>
            <a:noFill/>
            <a:ln>
              <a:noFill/>
            </a:ln>
          </p:spPr>
          <p:txBody>
            <a:bodyPr anchorCtr="0" anchor="t" bIns="118250" lIns="118250" spcFirstLastPara="1" rIns="118250" wrap="square" tIns="118250">
              <a:spAutoFit/>
            </a:bodyPr>
            <a:lstStyle/>
            <a:p>
              <a:pPr indent="0" lvl="0" marL="0" rtl="0" algn="ctr">
                <a:lnSpc>
                  <a:spcPct val="140000"/>
                </a:lnSpc>
                <a:spcBef>
                  <a:spcPts val="5433"/>
                </a:spcBef>
                <a:spcAft>
                  <a:spcPts val="5433"/>
                </a:spcAft>
                <a:buNone/>
              </a:pPr>
              <a:r>
                <a:rPr b="1" lang="en-US" sz="5174">
                  <a:solidFill>
                    <a:srgbClr val="FFFFFF"/>
                  </a:solidFill>
                  <a:latin typeface="Cinzel Decorative"/>
                  <a:ea typeface="Cinzel Decorative"/>
                  <a:cs typeface="Cinzel Decorative"/>
                  <a:sym typeface="Cinzel Decorative"/>
                </a:rPr>
                <a:t>2</a:t>
              </a:r>
              <a:r>
                <a:rPr b="1" baseline="30000" lang="en-US" sz="5174">
                  <a:solidFill>
                    <a:srgbClr val="FFFFFF"/>
                  </a:solidFill>
                  <a:latin typeface="Cinzel Decorative"/>
                  <a:ea typeface="Cinzel Decorative"/>
                  <a:cs typeface="Cinzel Decorative"/>
                  <a:sym typeface="Cinzel Decorative"/>
                </a:rPr>
                <a:t>nd</a:t>
              </a:r>
              <a:r>
                <a:rPr b="1" lang="en-US" sz="5174">
                  <a:solidFill>
                    <a:srgbClr val="FFFFFF"/>
                  </a:solidFill>
                  <a:latin typeface="Cinzel Decorative"/>
                  <a:ea typeface="Cinzel Decorative"/>
                  <a:cs typeface="Cinzel Decorative"/>
                  <a:sym typeface="Cinzel Decorative"/>
                </a:rPr>
                <a:t> edition of</a:t>
              </a:r>
              <a:endParaRPr b="1" sz="5174">
                <a:solidFill>
                  <a:srgbClr val="FFFFFF"/>
                </a:solidFill>
                <a:latin typeface="Cinzel Decorative"/>
                <a:ea typeface="Cinzel Decorative"/>
                <a:cs typeface="Cinzel Decorative"/>
                <a:sym typeface="Cinzel Decorative"/>
              </a:endParaRPr>
            </a:p>
          </p:txBody>
        </p:sp>
        <p:pic>
          <p:nvPicPr>
            <p:cNvPr id="62" name="Google Shape;62;p1"/>
            <p:cNvPicPr preferRelativeResize="0"/>
            <p:nvPr/>
          </p:nvPicPr>
          <p:blipFill>
            <a:blip r:embed="rId9">
              <a:alphaModFix/>
            </a:blip>
            <a:stretch>
              <a:fillRect/>
            </a:stretch>
          </p:blipFill>
          <p:spPr>
            <a:xfrm>
              <a:off x="5379930" y="3616850"/>
              <a:ext cx="7897479" cy="2639132"/>
            </a:xfrm>
            <a:prstGeom prst="rect">
              <a:avLst/>
            </a:prstGeom>
            <a:noFill/>
            <a:ln>
              <a:noFill/>
            </a:ln>
          </p:spPr>
        </p:pic>
        <p:sp>
          <p:nvSpPr>
            <p:cNvPr id="63" name="Google Shape;63;p1"/>
            <p:cNvSpPr txBox="1"/>
            <p:nvPr/>
          </p:nvSpPr>
          <p:spPr>
            <a:xfrm>
              <a:off x="5969563" y="5455575"/>
              <a:ext cx="6718200" cy="800400"/>
            </a:xfrm>
            <a:prstGeom prst="rect">
              <a:avLst/>
            </a:prstGeom>
            <a:noFill/>
            <a:ln>
              <a:noFill/>
            </a:ln>
          </p:spPr>
          <p:txBody>
            <a:bodyPr anchorCtr="0" anchor="t" bIns="118250" lIns="118250" spcFirstLastPara="1" rIns="118250" wrap="square" tIns="118250">
              <a:spAutoFit/>
            </a:bodyPr>
            <a:lstStyle/>
            <a:p>
              <a:pPr indent="0" lvl="0" marL="0" rtl="0" algn="ctr">
                <a:lnSpc>
                  <a:spcPct val="140000"/>
                </a:lnSpc>
                <a:spcBef>
                  <a:spcPts val="5433"/>
                </a:spcBef>
                <a:spcAft>
                  <a:spcPts val="5433"/>
                </a:spcAft>
                <a:buNone/>
              </a:pPr>
              <a:r>
                <a:rPr b="1" lang="en-US" sz="5174">
                  <a:solidFill>
                    <a:srgbClr val="FFFFFF"/>
                  </a:solidFill>
                  <a:latin typeface="Cinzel Decorative"/>
                  <a:ea typeface="Cinzel Decorative"/>
                  <a:cs typeface="Cinzel Decorative"/>
                  <a:sym typeface="Cinzel Decorative"/>
                </a:rPr>
                <a:t>10hr hackathon</a:t>
              </a:r>
              <a:endParaRPr b="1" sz="5174">
                <a:solidFill>
                  <a:srgbClr val="FFFFFF"/>
                </a:solidFill>
                <a:latin typeface="Cinzel Decorative"/>
                <a:ea typeface="Cinzel Decorative"/>
                <a:cs typeface="Cinzel Decorative"/>
                <a:sym typeface="Cinzel Decorative"/>
              </a:endParaRPr>
            </a:p>
          </p:txBody>
        </p:sp>
      </p:grpSp>
      <p:sp>
        <p:nvSpPr>
          <p:cNvPr id="64" name="Project name"/>
          <p:cNvSpPr txBox="1"/>
          <p:nvPr/>
        </p:nvSpPr>
        <p:spPr>
          <a:xfrm>
            <a:off x="6537960" y="7086600"/>
            <a:ext cx="5212080" cy="731520"/>
          </a:xfrm>
          <a:prstGeom prst="rect">
            <a:avLst/>
          </a:prstGeom>
          <a:noFill/>
        </p:spPr>
        <p:txBody>
          <a:bodyPr wrap="square" lIns="0" rIns="0" tIns="0" bIns="0" anchor="ctr">
            <a:noAutofit/>
          </a:bodyPr>
          <a:lstStyle/>
          <a:p>
            <a:pPr algn="ctr">
              <a:lnSpc>
                <a:spcPct val="100000"/>
              </a:lnSpc>
              <a:spcBef>
                <a:spcPts val="0"/>
              </a:spcBef>
              <a:spcAft>
                <a:spcPts val="0"/>
              </a:spcAft>
            </a:pPr>
            <a:r>
              <a:rPr sz="5000" b="1" i="0">
                <a:solidFill>
                  <a:srgbClr val="FF9A1F"/>
                </a:solidFill>
                <a:latin typeface="Arial"/>
              </a:rPr>
              <a:t>POLTERGEIST</a:t>
            </a:r>
          </a:p>
        </p:txBody>
      </p:sp>
      <p:sp>
        <p:nvSpPr>
          <p:cNvPr id="65" name="Project tagline"/>
          <p:cNvSpPr txBox="1"/>
          <p:nvPr/>
        </p:nvSpPr>
        <p:spPr>
          <a:xfrm>
            <a:off x="6537960" y="7818120"/>
            <a:ext cx="5212080" cy="457200"/>
          </a:xfrm>
          <a:prstGeom prst="rect">
            <a:avLst/>
          </a:prstGeom>
          <a:noFill/>
        </p:spPr>
        <p:txBody>
          <a:bodyPr wrap="square" lIns="0" rIns="0" tIns="0" bIns="0" anchor="ctr">
            <a:noAutofit/>
          </a:bodyPr>
          <a:lstStyle/>
          <a:p>
            <a:pPr algn="ctr">
              <a:lnSpc>
                <a:spcPct val="108000"/>
              </a:lnSpc>
              <a:spcBef>
                <a:spcPts val="0"/>
              </a:spcBef>
              <a:spcAft>
                <a:spcPts val="0"/>
              </a:spcAft>
            </a:pPr>
            <a:r>
              <a:rPr sz="2600" b="0" i="0">
                <a:solidFill>
                  <a:srgbClr val="FDF9E0"/>
                </a:solidFill>
                <a:latin typeface="Arial"/>
              </a:rPr>
              <a:t>Crowd-crush early warning</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54"/>
        </a:solidFill>
      </p:bgPr>
    </p:bg>
    <p:spTree>
      <p:nvGrpSpPr>
        <p:cNvPr id="67" name="Shape 67"/>
        <p:cNvGrpSpPr/>
        <p:nvPr/>
      </p:nvGrpSpPr>
      <p:grpSpPr>
        <a:xfrm>
          <a:off x="0" y="0"/>
          <a:ext cx="0" cy="0"/>
          <a:chOff x="0" y="0"/>
          <a:chExt cx="0" cy="0"/>
        </a:xfrm>
      </p:grpSpPr>
      <p:sp>
        <p:nvSpPr>
          <p:cNvPr id="68" name="Google Shape;68;p2"/>
          <p:cNvSpPr/>
          <p:nvPr/>
        </p:nvSpPr>
        <p:spPr>
          <a:xfrm>
            <a:off x="-768748" y="-853415"/>
            <a:ext cx="3962348" cy="3764230"/>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69" name="Google Shape;69;p2"/>
          <p:cNvSpPr/>
          <p:nvPr/>
        </p:nvSpPr>
        <p:spPr>
          <a:xfrm flipH="1">
            <a:off x="14994729" y="-1414325"/>
            <a:ext cx="4345800" cy="412851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70" name="Google Shape;70;p2"/>
          <p:cNvGrpSpPr/>
          <p:nvPr/>
        </p:nvGrpSpPr>
        <p:grpSpPr>
          <a:xfrm>
            <a:off x="2368788" y="8390623"/>
            <a:ext cx="13550424" cy="2179108"/>
            <a:chOff x="0" y="-1"/>
            <a:chExt cx="13550423" cy="2179107"/>
          </a:xfrm>
        </p:grpSpPr>
        <p:sp>
          <p:nvSpPr>
            <p:cNvPr id="71" name="Google Shape;71;p2"/>
            <p:cNvSpPr/>
            <p:nvPr/>
          </p:nvSpPr>
          <p:spPr>
            <a:xfrm>
              <a:off x="5245398"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2" name="Google Shape;72;p2"/>
            <p:cNvSpPr/>
            <p:nvPr/>
          </p:nvSpPr>
          <p:spPr>
            <a:xfrm>
              <a:off x="0" y="81605"/>
              <a:ext cx="5483874" cy="19467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 name="Google Shape;73;p2"/>
            <p:cNvSpPr/>
            <p:nvPr/>
          </p:nvSpPr>
          <p:spPr>
            <a:xfrm flipH="1">
              <a:off x="8066548" y="-1"/>
              <a:ext cx="5483875" cy="1946776"/>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4" name="Google Shape;74;p2"/>
            <p:cNvSpPr/>
            <p:nvPr/>
          </p:nvSpPr>
          <p:spPr>
            <a:xfrm>
              <a:off x="7299044"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5" name="Google Shape;75;p2"/>
            <p:cNvSpPr/>
            <p:nvPr/>
          </p:nvSpPr>
          <p:spPr>
            <a:xfrm>
              <a:off x="6124173" y="676405"/>
              <a:ext cx="1412540" cy="1502701"/>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76" name="Google Shape;76;p2"/>
          <p:cNvSpPr/>
          <p:nvPr/>
        </p:nvSpPr>
        <p:spPr>
          <a:xfrm>
            <a:off x="15745635" y="8842916"/>
            <a:ext cx="3594895"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 name="Google Shape;77;p2"/>
          <p:cNvSpPr/>
          <p:nvPr/>
        </p:nvSpPr>
        <p:spPr>
          <a:xfrm>
            <a:off x="-585022" y="8842916"/>
            <a:ext cx="3594896"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aphicFrame>
        <p:nvGraphicFramePr>
          <p:cNvPr id="78" name="Google Shape;78;p2"/>
          <p:cNvGraphicFramePr/>
          <p:nvPr/>
        </p:nvGraphicFramePr>
        <p:xfrm>
          <a:off x="1712067" y="3320286"/>
          <a:ext cx="3000000" cy="3000000"/>
        </p:xfrm>
        <a:graphic>
          <a:graphicData uri="http://schemas.openxmlformats.org/drawingml/2006/table">
            <a:tbl>
              <a:tblPr>
                <a:noFill/>
                <a:tableStyleId>{511E5996-A6A6-40EC-ACF6-EEF7AF9ABF5F}</a:tableStyleId>
              </a:tblPr>
              <a:tblGrid>
                <a:gridCol w="3614175"/>
                <a:gridCol w="3614175"/>
                <a:gridCol w="3614175"/>
                <a:gridCol w="3614175"/>
              </a:tblGrid>
              <a:tr h="1033300">
                <a:tc>
                  <a:txBody>
                    <a:bodyPr/>
                    <a:lstStyle/>
                    <a:p>
                      <a:pPr indent="0" lvl="0" marL="0" marR="0" rtl="0" algn="ctr">
                        <a:lnSpc>
                          <a:spcPct val="100000"/>
                        </a:lnSpc>
                        <a:spcBef>
                          <a:spcPts val="0"/>
                        </a:spcBef>
                        <a:spcAft>
                          <a:spcPts val="0"/>
                        </a:spcAft>
                        <a:buClr>
                          <a:srgbClr val="FCF9E2"/>
                        </a:buClr>
                        <a:buSzPts val="3900"/>
                        <a:buFont typeface="Calibri"/>
                        <a:buNone/>
                      </a:pPr>
                      <a:r>
                        <a:rPr lang="en-US" sz="3900" u="none" cap="none" strike="noStrike">
                          <a:solidFill>
                            <a:srgbClr val="FCF9E2"/>
                          </a:solidFill>
                        </a:rPr>
                        <a:t>Name</a:t>
                      </a:r>
                      <a:endParaRPr/>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ctr">
                        <a:lnSpc>
                          <a:spcPct val="100000"/>
                        </a:lnSpc>
                        <a:spcBef>
                          <a:spcPts val="0"/>
                        </a:spcBef>
                        <a:spcAft>
                          <a:spcPts val="0"/>
                        </a:spcAft>
                        <a:buClr>
                          <a:srgbClr val="FCF9E2"/>
                        </a:buClr>
                        <a:buSzPts val="3900"/>
                        <a:buFont typeface="Calibri"/>
                        <a:buNone/>
                      </a:pPr>
                      <a:r>
                        <a:rPr lang="en-US" sz="3900" u="none" cap="none" strike="noStrike">
                          <a:solidFill>
                            <a:srgbClr val="FCF9E2"/>
                          </a:solidFill>
                        </a:rPr>
                        <a:t>SRN/PRN</a:t>
                      </a:r>
                      <a:endParaRPr/>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ctr">
                        <a:lnSpc>
                          <a:spcPct val="100000"/>
                        </a:lnSpc>
                        <a:spcBef>
                          <a:spcPts val="0"/>
                        </a:spcBef>
                        <a:spcAft>
                          <a:spcPts val="0"/>
                        </a:spcAft>
                        <a:buClr>
                          <a:srgbClr val="FCF9E2"/>
                        </a:buClr>
                        <a:buSzPts val="3900"/>
                        <a:buFont typeface="Calibri"/>
                        <a:buNone/>
                      </a:pPr>
                      <a:r>
                        <a:rPr lang="en-US" sz="3900" u="none" cap="none" strike="noStrike">
                          <a:solidFill>
                            <a:srgbClr val="FCF9E2"/>
                          </a:solidFill>
                        </a:rPr>
                        <a:t>Email ID</a:t>
                      </a:r>
                      <a:endParaRPr/>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ctr">
                        <a:lnSpc>
                          <a:spcPct val="100000"/>
                        </a:lnSpc>
                        <a:spcBef>
                          <a:spcPts val="0"/>
                        </a:spcBef>
                        <a:spcAft>
                          <a:spcPts val="0"/>
                        </a:spcAft>
                        <a:buClr>
                          <a:srgbClr val="FCF9E2"/>
                        </a:buClr>
                        <a:buSzPts val="3900"/>
                        <a:buFont typeface="Calibri"/>
                        <a:buNone/>
                      </a:pPr>
                      <a:r>
                        <a:rPr lang="en-US" sz="3900" u="none" cap="none" strike="noStrike">
                          <a:solidFill>
                            <a:srgbClr val="FCF9E2"/>
                          </a:solidFill>
                        </a:rPr>
                        <a:t>Phone Number</a:t>
                      </a:r>
                      <a:endParaRPr/>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r>
              <a:tr h="1015550">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r>
              <a:tr h="1015550">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r>
              <a:tr h="1015550">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r>
              <a:tr h="1015550">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c>
                  <a:txBody>
                    <a:bodyPr/>
                    <a:lstStyle/>
                    <a:p>
                      <a:pPr indent="0" lvl="0" marL="0" marR="0" rtl="0" algn="l">
                        <a:lnSpc>
                          <a:spcPct val="100000"/>
                        </a:lnSpc>
                        <a:spcBef>
                          <a:spcPts val="0"/>
                        </a:spcBef>
                        <a:spcAft>
                          <a:spcPts val="0"/>
                        </a:spcAft>
                        <a:buClr>
                          <a:schemeClr val="dk1"/>
                        </a:buClr>
                        <a:buSzPts val="1800"/>
                        <a:buFont typeface="Calibri"/>
                        <a:buNone/>
                      </a:pPr>
                      <a:r>
                        <a:t/>
                      </a:r>
                      <a:endParaRPr sz="1800" u="none" cap="none" strike="noStrike"/>
                    </a:p>
                  </a:txBody>
                  <a:tcPr marT="190500" marB="190500" marR="190500" marL="190500" anchor="ctr">
                    <a:lnL cap="flat" cmpd="sng" w="38100">
                      <a:solidFill>
                        <a:srgbClr val="010104"/>
                      </a:solidFill>
                      <a:prstDash val="solid"/>
                      <a:round/>
                      <a:headEnd len="sm" w="sm" type="none"/>
                      <a:tailEnd len="sm" w="sm" type="none"/>
                    </a:lnL>
                    <a:lnR cap="flat" cmpd="sng" w="38100">
                      <a:solidFill>
                        <a:srgbClr val="010104"/>
                      </a:solidFill>
                      <a:prstDash val="solid"/>
                      <a:round/>
                      <a:headEnd len="sm" w="sm" type="none"/>
                      <a:tailEnd len="sm" w="sm" type="none"/>
                    </a:lnR>
                    <a:lnT cap="flat" cmpd="sng" w="38100">
                      <a:solidFill>
                        <a:srgbClr val="010104"/>
                      </a:solidFill>
                      <a:prstDash val="solid"/>
                      <a:round/>
                      <a:headEnd len="sm" w="sm" type="none"/>
                      <a:tailEnd len="sm" w="sm" type="none"/>
                    </a:lnT>
                    <a:lnB cap="flat" cmpd="sng" w="38100">
                      <a:solidFill>
                        <a:srgbClr val="010104"/>
                      </a:solidFill>
                      <a:prstDash val="solid"/>
                      <a:round/>
                      <a:headEnd len="sm" w="sm" type="none"/>
                      <a:tailEnd len="sm" w="sm" type="none"/>
                    </a:lnB>
                    <a:solidFill>
                      <a:srgbClr val="3E3E3E"/>
                    </a:solidFill>
                  </a:tcPr>
                </a:tc>
              </a:tr>
            </a:tbl>
          </a:graphicData>
        </a:graphic>
      </p:graphicFrame>
      <p:sp>
        <p:nvSpPr>
          <p:cNvPr id="79" name="Google Shape;79;p2"/>
          <p:cNvSpPr txBox="1"/>
          <p:nvPr/>
        </p:nvSpPr>
        <p:spPr>
          <a:xfrm>
            <a:off x="1627632" y="1325880"/>
            <a:ext cx="14630400" cy="1737360"/>
          </a:xfrm>
          <a:prstGeom prst="rect">
            <a:avLst/>
          </a:prstGeom>
          <a:noFill/>
          <a:ln>
            <a:noFill/>
          </a:ln>
        </p:spPr>
        <p:txBody>
          <a:bodyPr anchorCtr="0" anchor="t" bIns="0" lIns="0" spcFirstLastPara="1" rIns="0" wrap="square" tIns="0">
            <a:noAutofit/>
          </a:bodyPr>
          <a:lstStyle/>
          <a:p>
            <a:pPr indent="0" lvl="0" marL="0" marR="0" rtl="0" algn="l">
              <a:lnSpc>
                <a:spcPct val="114999"/>
              </a:lnSpc>
              <a:spcBef>
                <a:spcPts val="0"/>
              </a:spcBef>
              <a:spcAft>
                <a:spcPts val="0"/>
              </a:spcAft>
              <a:buClr>
                <a:srgbClr val="FDF9E0"/>
              </a:buClr>
              <a:buSzPts val="6200"/>
              <a:buFont typeface="Arial"/>
              <a:buNone/>
            </a:pPr>
            <a:r>
              <a:rPr b="0" i="0" lang="en-US" sz="5200" u="none" cap="none" strike="noStrike">
                <a:solidFill>
                  <a:srgbClr val="FDF9E0"/>
                </a:solidFill>
                <a:latin typeface="Arial"/>
                <a:ea typeface="Arial"/>
                <a:cs typeface="Arial"/>
                <a:sym typeface="Arial"/>
              </a:rPr>
              <a:t>Team Name:</a:t>
            </a:r>
            <a:br>
              <a:rPr b="0" i="0" lang="en-US" sz="5200" u="none" cap="none" strike="noStrike">
                <a:solidFill>
                  <a:srgbClr val="FDF9E0"/>
                </a:solidFill>
                <a:latin typeface="Arial"/>
                <a:ea typeface="Arial"/>
                <a:cs typeface="Arial"/>
                <a:sym typeface="Arial"/>
              </a:rPr>
            </a:br>
            <a:r>
              <a:rPr b="0" i="0" lang="en-US" sz="5200" u="none" cap="none" strike="noStrike">
                <a:solidFill>
                  <a:srgbClr val="FDF9E0"/>
                </a:solidFill>
                <a:latin typeface="Arial"/>
                <a:ea typeface="Arial"/>
                <a:cs typeface="Arial"/>
                <a:sym typeface="Arial"/>
              </a:rPr>
              <a:t>T</a:t>
            </a:r>
            <a:r>
              <a:rPr lang="en-US" sz="5200">
                <a:solidFill>
                  <a:srgbClr val="FDF9E0"/>
                </a:solidFill>
              </a:rPr>
              <a:t>rack Selected: </a:t>
            </a:r>
            <a:r>
              <a:rPr lang="en-US" sz="5200" b="1">
                <a:solidFill>
                  <a:srgbClr val="FF9A1F"/>
                </a:solidFill>
              </a:rPr>
              <a:t>Voodoo Vision</a:t>
            </a:r>
            <a:r>
              <a:rPr lang="en-US" sz="2800">
                <a:solidFill>
                  <a:srgbClr val="C9C4AC"/>
                </a:solidFill>
              </a:rPr>
              <a:t>  (Computer Vision)</a:t>
            </a:r>
            <a:endParaRPr sz="400"/>
          </a:p>
        </p:txBody>
      </p:sp>
      <p:grpSp>
        <p:nvGrpSpPr>
          <p:cNvPr id="80" name="Google Shape;80;p2"/>
          <p:cNvGrpSpPr/>
          <p:nvPr/>
        </p:nvGrpSpPr>
        <p:grpSpPr>
          <a:xfrm>
            <a:off x="3206536" y="-571969"/>
            <a:ext cx="12244263" cy="2143200"/>
            <a:chOff x="-1" y="-324180"/>
            <a:chExt cx="12244263" cy="2143200"/>
          </a:xfrm>
        </p:grpSpPr>
        <p:sp>
          <p:nvSpPr>
            <p:cNvPr id="81" name="Google Shape;81;p2"/>
            <p:cNvSpPr/>
            <p:nvPr/>
          </p:nvSpPr>
          <p:spPr>
            <a:xfrm>
              <a:off x="9620462" y="77665"/>
              <a:ext cx="2623800" cy="1339500"/>
            </a:xfrm>
            <a:prstGeom prst="rect">
              <a:avLst/>
            </a:prstGeom>
            <a:blipFill rotWithShape="1">
              <a:blip r:embed="rId7">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 name="Google Shape;82;p2"/>
            <p:cNvSpPr/>
            <p:nvPr/>
          </p:nvSpPr>
          <p:spPr>
            <a:xfrm>
              <a:off x="4815760" y="-324181"/>
              <a:ext cx="2243400" cy="2143200"/>
            </a:xfrm>
            <a:prstGeom prst="rect">
              <a:avLst/>
            </a:prstGeom>
            <a:blipFill rotWithShape="1">
              <a:blip r:embed="rId8">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 name="Google Shape;83;p2"/>
            <p:cNvSpPr/>
            <p:nvPr/>
          </p:nvSpPr>
          <p:spPr>
            <a:xfrm>
              <a:off x="-1" y="280132"/>
              <a:ext cx="1939200" cy="823800"/>
            </a:xfrm>
            <a:prstGeom prst="rect">
              <a:avLst/>
            </a:prstGeom>
            <a:blipFill rotWithShape="1">
              <a:blip r:embed="rId9">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54"/>
        </a:solidFill>
      </p:bgPr>
    </p:bg>
    <p:spTree>
      <p:nvGrpSpPr>
        <p:cNvPr id="87" name="Shape 87"/>
        <p:cNvGrpSpPr/>
        <p:nvPr/>
      </p:nvGrpSpPr>
      <p:grpSpPr>
        <a:xfrm>
          <a:off x="0" y="0"/>
          <a:ext cx="0" cy="0"/>
          <a:chOff x="0" y="0"/>
          <a:chExt cx="0" cy="0"/>
        </a:xfrm>
      </p:grpSpPr>
      <p:sp>
        <p:nvSpPr>
          <p:cNvPr id="88" name="Google Shape;88;p3"/>
          <p:cNvSpPr/>
          <p:nvPr/>
        </p:nvSpPr>
        <p:spPr>
          <a:xfrm>
            <a:off x="-952474" y="-1050044"/>
            <a:ext cx="3962348" cy="376423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 name="Google Shape;89;p3"/>
          <p:cNvSpPr/>
          <p:nvPr/>
        </p:nvSpPr>
        <p:spPr>
          <a:xfrm flipH="1">
            <a:off x="14994729" y="-1414325"/>
            <a:ext cx="4345800" cy="412851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0" name="Google Shape;90;p3"/>
          <p:cNvGrpSpPr/>
          <p:nvPr/>
        </p:nvGrpSpPr>
        <p:grpSpPr>
          <a:xfrm>
            <a:off x="2368788" y="8390623"/>
            <a:ext cx="13550424" cy="2179108"/>
            <a:chOff x="0" y="-1"/>
            <a:chExt cx="13550423" cy="2179107"/>
          </a:xfrm>
        </p:grpSpPr>
        <p:sp>
          <p:nvSpPr>
            <p:cNvPr id="91" name="Google Shape;91;p3"/>
            <p:cNvSpPr/>
            <p:nvPr/>
          </p:nvSpPr>
          <p:spPr>
            <a:xfrm>
              <a:off x="5245398"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 name="Google Shape;92;p3"/>
            <p:cNvSpPr/>
            <p:nvPr/>
          </p:nvSpPr>
          <p:spPr>
            <a:xfrm>
              <a:off x="0" y="81605"/>
              <a:ext cx="5483874" cy="19467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 name="Google Shape;93;p3"/>
            <p:cNvSpPr/>
            <p:nvPr/>
          </p:nvSpPr>
          <p:spPr>
            <a:xfrm flipH="1">
              <a:off x="8066548" y="-1"/>
              <a:ext cx="5483875" cy="1946776"/>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4" name="Google Shape;94;p3"/>
            <p:cNvSpPr/>
            <p:nvPr/>
          </p:nvSpPr>
          <p:spPr>
            <a:xfrm>
              <a:off x="7299044"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5" name="Google Shape;95;p3"/>
            <p:cNvSpPr/>
            <p:nvPr/>
          </p:nvSpPr>
          <p:spPr>
            <a:xfrm>
              <a:off x="6124173" y="676405"/>
              <a:ext cx="1412540" cy="1502701"/>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96" name="Google Shape;96;p3"/>
          <p:cNvSpPr/>
          <p:nvPr/>
        </p:nvSpPr>
        <p:spPr>
          <a:xfrm>
            <a:off x="15745635" y="8842916"/>
            <a:ext cx="3594895"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7" name="Google Shape;97;p3"/>
          <p:cNvSpPr/>
          <p:nvPr/>
        </p:nvSpPr>
        <p:spPr>
          <a:xfrm>
            <a:off x="-585022" y="8842916"/>
            <a:ext cx="3594896"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98" name="Google Shape;98;p3"/>
          <p:cNvGrpSpPr/>
          <p:nvPr/>
        </p:nvGrpSpPr>
        <p:grpSpPr>
          <a:xfrm>
            <a:off x="3021811" y="-636848"/>
            <a:ext cx="12244379" cy="2035156"/>
            <a:chOff x="-1" y="-325559"/>
            <a:chExt cx="12244377" cy="2035154"/>
          </a:xfrm>
        </p:grpSpPr>
        <p:sp>
          <p:nvSpPr>
            <p:cNvPr id="99" name="Google Shape;99;p3"/>
            <p:cNvSpPr/>
            <p:nvPr/>
          </p:nvSpPr>
          <p:spPr>
            <a:xfrm>
              <a:off x="9442894" y="0"/>
              <a:ext cx="2801482" cy="1494942"/>
            </a:xfrm>
            <a:prstGeom prst="rect">
              <a:avLst/>
            </a:prstGeom>
            <a:blipFill rotWithShape="1">
              <a:blip r:embed="rId7">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0" name="Google Shape;100;p3"/>
            <p:cNvSpPr/>
            <p:nvPr/>
          </p:nvSpPr>
          <p:spPr>
            <a:xfrm>
              <a:off x="4933058" y="-325559"/>
              <a:ext cx="2243459" cy="2035154"/>
            </a:xfrm>
            <a:prstGeom prst="rect">
              <a:avLst/>
            </a:prstGeom>
            <a:blipFill rotWithShape="1">
              <a:blip r:embed="rId8">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1" name="Google Shape;101;p3"/>
            <p:cNvSpPr/>
            <p:nvPr/>
          </p:nvSpPr>
          <p:spPr>
            <a:xfrm>
              <a:off x="-1" y="280132"/>
              <a:ext cx="1939145" cy="823772"/>
            </a:xfrm>
            <a:prstGeom prst="rect">
              <a:avLst/>
            </a:prstGeom>
            <a:blipFill rotWithShape="1">
              <a:blip r:embed="rId9">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02" name="Title"/>
          <p:cNvSpPr txBox="1"/>
          <p:nvPr/>
        </p:nvSpPr>
        <p:spPr>
          <a:xfrm>
            <a:off x="2286000" y="1024128"/>
            <a:ext cx="137160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DF9E0"/>
              </a:buClr>
              <a:buSzPts val="6200"/>
              <a:buFont typeface="Arial"/>
              <a:buNone/>
            </a:pPr>
            <a:r>
              <a:rPr b="1" i="0" lang="en-US" sz="5600" u="none" cap="none" strike="noStrike">
                <a:solidFill>
                  <a:srgbClr val="FDF9E0"/>
                </a:solidFill>
                <a:latin typeface="Arial"/>
                <a:ea typeface="Arial"/>
                <a:cs typeface="Arial"/>
                <a:sym typeface="Arial"/>
              </a:rPr>
              <a:t>Problem Statement</a:t>
            </a:r>
            <a:endParaRPr/>
          </a:p>
        </p:txBody>
      </p:sp>
      <p:sp>
        <p:nvSpPr>
          <p:cNvPr id="103" name="Stat 1"/>
          <p:cNvSpPr/>
          <p:nvPr/>
        </p:nvSpPr>
        <p:spPr>
          <a:xfrm>
            <a:off x="1188720" y="2377440"/>
            <a:ext cx="5120640" cy="224028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1554480" y="2578608"/>
            <a:ext cx="4389120" cy="914400"/>
          </a:xfrm>
          <a:prstGeom prst="rect">
            <a:avLst/>
          </a:prstGeom>
          <a:noFill/>
        </p:spPr>
        <p:txBody>
          <a:bodyPr wrap="square" lIns="0" rIns="0" tIns="0" bIns="0" anchor="ctr">
            <a:noAutofit/>
          </a:bodyPr>
          <a:lstStyle/>
          <a:p>
            <a:pPr algn="l">
              <a:lnSpc>
                <a:spcPct val="100000"/>
              </a:lnSpc>
              <a:spcBef>
                <a:spcPts val="0"/>
              </a:spcBef>
              <a:spcAft>
                <a:spcPts val="0"/>
              </a:spcAft>
            </a:pPr>
            <a:r>
              <a:rPr sz="6200" b="1" i="0">
                <a:solidFill>
                  <a:srgbClr val="FF9A1F"/>
                </a:solidFill>
                <a:latin typeface="Arial"/>
              </a:rPr>
              <a:t>11</a:t>
            </a:r>
          </a:p>
        </p:txBody>
      </p:sp>
      <p:sp>
        <p:nvSpPr>
          <p:cNvPr id="105" name="TextBox 104"/>
          <p:cNvSpPr txBox="1"/>
          <p:nvPr/>
        </p:nvSpPr>
        <p:spPr>
          <a:xfrm>
            <a:off x="1554480" y="3566160"/>
            <a:ext cx="4389120" cy="868680"/>
          </a:xfrm>
          <a:prstGeom prst="rect">
            <a:avLst/>
          </a:prstGeom>
          <a:noFill/>
        </p:spPr>
        <p:txBody>
          <a:bodyPr wrap="square" lIns="0" rIns="0" tIns="0" bIns="0" anchor="t">
            <a:noAutofit/>
          </a:bodyPr>
          <a:lstStyle/>
          <a:p>
            <a:pPr algn="l">
              <a:lnSpc>
                <a:spcPct val="108000"/>
              </a:lnSpc>
              <a:spcBef>
                <a:spcPts val="0"/>
              </a:spcBef>
              <a:spcAft>
                <a:spcPts val="0"/>
              </a:spcAft>
            </a:pPr>
            <a:r>
              <a:rPr sz="2400" b="0" i="0">
                <a:solidFill>
                  <a:srgbClr val="FDF9E0"/>
                </a:solidFill>
                <a:latin typeface="Arial"/>
              </a:rPr>
              <a:t>deaths in the Chinnaswamy Stadium crush, June 2025</a:t>
            </a:r>
          </a:p>
        </p:txBody>
      </p:sp>
      <p:sp>
        <p:nvSpPr>
          <p:cNvPr id="106" name="Stat 2"/>
          <p:cNvSpPr/>
          <p:nvPr/>
        </p:nvSpPr>
        <p:spPr>
          <a:xfrm>
            <a:off x="6583680" y="2377440"/>
            <a:ext cx="5120640" cy="224028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Box 106"/>
          <p:cNvSpPr txBox="1"/>
          <p:nvPr/>
        </p:nvSpPr>
        <p:spPr>
          <a:xfrm>
            <a:off x="6949440" y="2578608"/>
            <a:ext cx="4389120" cy="914400"/>
          </a:xfrm>
          <a:prstGeom prst="rect">
            <a:avLst/>
          </a:prstGeom>
          <a:noFill/>
        </p:spPr>
        <p:txBody>
          <a:bodyPr wrap="square" lIns="0" rIns="0" tIns="0" bIns="0" anchor="ctr">
            <a:noAutofit/>
          </a:bodyPr>
          <a:lstStyle/>
          <a:p>
            <a:pPr algn="l">
              <a:lnSpc>
                <a:spcPct val="100000"/>
              </a:lnSpc>
              <a:spcBef>
                <a:spcPts val="0"/>
              </a:spcBef>
              <a:spcAft>
                <a:spcPts val="0"/>
              </a:spcAft>
            </a:pPr>
            <a:r>
              <a:rPr sz="6200" b="1" i="0">
                <a:solidFill>
                  <a:srgbClr val="FF9A1F"/>
                </a:solidFill>
                <a:latin typeface="Arial"/>
              </a:rPr>
              <a:t>2–3 lakh</a:t>
            </a:r>
          </a:p>
        </p:txBody>
      </p:sp>
      <p:sp>
        <p:nvSpPr>
          <p:cNvPr id="108" name="TextBox 107"/>
          <p:cNvSpPr txBox="1"/>
          <p:nvPr/>
        </p:nvSpPr>
        <p:spPr>
          <a:xfrm>
            <a:off x="6949440" y="3566160"/>
            <a:ext cx="4389120" cy="868680"/>
          </a:xfrm>
          <a:prstGeom prst="rect">
            <a:avLst/>
          </a:prstGeom>
          <a:noFill/>
        </p:spPr>
        <p:txBody>
          <a:bodyPr wrap="square" lIns="0" rIns="0" tIns="0" bIns="0" anchor="t">
            <a:noAutofit/>
          </a:bodyPr>
          <a:lstStyle/>
          <a:p>
            <a:pPr algn="l">
              <a:lnSpc>
                <a:spcPct val="108000"/>
              </a:lnSpc>
              <a:spcBef>
                <a:spcPts val="0"/>
              </a:spcBef>
              <a:spcAft>
                <a:spcPts val="0"/>
              </a:spcAft>
            </a:pPr>
            <a:r>
              <a:rPr sz="2400" b="0" i="0">
                <a:solidFill>
                  <a:srgbClr val="FDF9E0"/>
                </a:solidFill>
                <a:latin typeface="Arial"/>
              </a:rPr>
              <a:t>fans at a stadium built for 35,000, per Karnataka's CM</a:t>
            </a:r>
          </a:p>
        </p:txBody>
      </p:sp>
      <p:sp>
        <p:nvSpPr>
          <p:cNvPr id="109" name="Stat 3"/>
          <p:cNvSpPr/>
          <p:nvPr/>
        </p:nvSpPr>
        <p:spPr>
          <a:xfrm>
            <a:off x="11978640" y="2377440"/>
            <a:ext cx="5120640" cy="224028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Box 109"/>
          <p:cNvSpPr txBox="1"/>
          <p:nvPr/>
        </p:nvSpPr>
        <p:spPr>
          <a:xfrm>
            <a:off x="12344400" y="2578608"/>
            <a:ext cx="4389120" cy="914400"/>
          </a:xfrm>
          <a:prstGeom prst="rect">
            <a:avLst/>
          </a:prstGeom>
          <a:noFill/>
        </p:spPr>
        <p:txBody>
          <a:bodyPr wrap="square" lIns="0" rIns="0" tIns="0" bIns="0" anchor="ctr">
            <a:noAutofit/>
          </a:bodyPr>
          <a:lstStyle/>
          <a:p>
            <a:pPr algn="l">
              <a:lnSpc>
                <a:spcPct val="100000"/>
              </a:lnSpc>
              <a:spcBef>
                <a:spcPts val="0"/>
              </a:spcBef>
              <a:spcAft>
                <a:spcPts val="0"/>
              </a:spcAft>
            </a:pPr>
            <a:r>
              <a:rPr sz="6200" b="1" i="0">
                <a:solidFill>
                  <a:srgbClr val="FF9A1F"/>
                </a:solidFill>
                <a:latin typeface="Arial"/>
              </a:rPr>
              <a:t>186</a:t>
            </a:r>
          </a:p>
        </p:txBody>
      </p:sp>
      <p:sp>
        <p:nvSpPr>
          <p:cNvPr id="111" name="TextBox 110"/>
          <p:cNvSpPr txBox="1"/>
          <p:nvPr/>
        </p:nvSpPr>
        <p:spPr>
          <a:xfrm>
            <a:off x="12344400" y="3566160"/>
            <a:ext cx="4389120" cy="868680"/>
          </a:xfrm>
          <a:prstGeom prst="rect">
            <a:avLst/>
          </a:prstGeom>
          <a:noFill/>
        </p:spPr>
        <p:txBody>
          <a:bodyPr wrap="square" lIns="0" rIns="0" tIns="0" bIns="0" anchor="t">
            <a:noAutofit/>
          </a:bodyPr>
          <a:lstStyle/>
          <a:p>
            <a:pPr algn="l">
              <a:lnSpc>
                <a:spcPct val="108000"/>
              </a:lnSpc>
              <a:spcBef>
                <a:spcPts val="0"/>
              </a:spcBef>
              <a:spcAft>
                <a:spcPts val="0"/>
              </a:spcAft>
            </a:pPr>
            <a:r>
              <a:rPr sz="2400" b="0" i="0">
                <a:solidFill>
                  <a:srgbClr val="FDF9E0"/>
                </a:solidFill>
                <a:latin typeface="Arial"/>
              </a:rPr>
              <a:t>deaths in five Indian crowd crushes in just 12 months</a:t>
            </a:r>
          </a:p>
        </p:txBody>
      </p:sp>
      <p:sp>
        <p:nvSpPr>
          <p:cNvPr id="112" name="Why it happens"/>
          <p:cNvSpPr/>
          <p:nvPr/>
        </p:nvSpPr>
        <p:spPr>
          <a:xfrm>
            <a:off x="1188720" y="4892040"/>
            <a:ext cx="7680960" cy="32461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1554480" y="5120640"/>
            <a:ext cx="6949440" cy="502920"/>
          </a:xfrm>
          <a:prstGeom prst="rect">
            <a:avLst/>
          </a:prstGeom>
          <a:noFill/>
        </p:spPr>
        <p:txBody>
          <a:bodyPr wrap="square" lIns="0" rIns="0" tIns="0" bIns="0" anchor="t">
            <a:noAutofit/>
          </a:bodyPr>
          <a:lstStyle/>
          <a:p>
            <a:pPr algn="l">
              <a:lnSpc>
                <a:spcPct val="100000"/>
              </a:lnSpc>
              <a:spcBef>
                <a:spcPts val="0"/>
              </a:spcBef>
              <a:spcAft>
                <a:spcPts val="0"/>
              </a:spcAft>
            </a:pPr>
            <a:r>
              <a:rPr sz="3000" b="1" i="0">
                <a:solidFill>
                  <a:srgbClr val="FF9A1F"/>
                </a:solidFill>
                <a:latin typeface="Arial"/>
              </a:rPr>
              <a:t>Why it keeps happening</a:t>
            </a:r>
          </a:p>
        </p:txBody>
      </p:sp>
      <p:sp>
        <p:nvSpPr>
          <p:cNvPr id="114" name="TextBox 113"/>
          <p:cNvSpPr txBox="1"/>
          <p:nvPr/>
        </p:nvSpPr>
        <p:spPr>
          <a:xfrm>
            <a:off x="1554480" y="5760720"/>
            <a:ext cx="6949440" cy="2286000"/>
          </a:xfrm>
          <a:prstGeom prst="rect">
            <a:avLst/>
          </a:prstGeom>
          <a:noFill/>
        </p:spPr>
        <p:txBody>
          <a:bodyPr wrap="square" lIns="0" rIns="0" tIns="0" bIns="0" anchor="t">
            <a:noAutofit/>
          </a:bodyPr>
          <a:lstStyle/>
          <a:p>
            <a:pPr algn="l" marL="347472" indent="-347472">
              <a:lnSpc>
                <a:spcPct val="106000"/>
              </a:lnSpc>
              <a:spcBef>
                <a:spcPts val="0"/>
              </a:spcBef>
              <a:spcAft>
                <a:spcPts val="1400"/>
              </a:spcAft>
              <a:buClr>
                <a:srgbClr val="FF9A1F"/>
              </a:buClr>
              <a:buSzPct val="100000"/>
              <a:buFont typeface="Arial"/>
              <a:buChar char="•"/>
            </a:pPr>
            <a:r>
              <a:rPr sz="2600" b="0" i="0">
                <a:solidFill>
                  <a:srgbClr val="FDF9E0"/>
                </a:solidFill>
                <a:latin typeface="Arial"/>
              </a:rPr>
              <a:t>No one measures crowd density live</a:t>
            </a:r>
          </a:p>
          <a:p>
            <a:pPr algn="l" marL="347472" indent="-347472">
              <a:lnSpc>
                <a:spcPct val="106000"/>
              </a:lnSpc>
              <a:spcBef>
                <a:spcPts val="0"/>
              </a:spcBef>
              <a:spcAft>
                <a:spcPts val="1400"/>
              </a:spcAft>
              <a:buClr>
                <a:srgbClr val="FF9A1F"/>
              </a:buClr>
              <a:buSzPct val="100000"/>
              <a:buFont typeface="Arial"/>
              <a:buChar char="•"/>
            </a:pPr>
            <a:r>
              <a:rPr sz="2600" b="0" i="0">
                <a:solidFill>
                  <a:srgbClr val="FDF9E0"/>
                </a:solidFill>
                <a:latin typeface="Arial"/>
              </a:rPr>
              <a:t>A crush builds in minutes, with no alarm</a:t>
            </a:r>
          </a:p>
          <a:p>
            <a:pPr algn="l" marL="347472" indent="-347472">
              <a:lnSpc>
                <a:spcPct val="106000"/>
              </a:lnSpc>
              <a:spcBef>
                <a:spcPts val="0"/>
              </a:spcBef>
              <a:spcAft>
                <a:spcPts val="1400"/>
              </a:spcAft>
              <a:buClr>
                <a:srgbClr val="FF9A1F"/>
              </a:buClr>
              <a:buSzPct val="100000"/>
              <a:buFont typeface="Arial"/>
              <a:buChar char="•"/>
            </a:pPr>
            <a:r>
              <a:rPr sz="2600" b="0" i="0">
                <a:solidFill>
                  <a:srgbClr val="FDF9E0"/>
                </a:solidFill>
                <a:latin typeface="Arial"/>
              </a:rPr>
              <a:t>Crowd size is guessed by eye at the gates</a:t>
            </a:r>
          </a:p>
          <a:p>
            <a:pPr algn="l" marL="347472" indent="-347472">
              <a:lnSpc>
                <a:spcPct val="106000"/>
              </a:lnSpc>
              <a:spcBef>
                <a:spcPts val="0"/>
              </a:spcBef>
              <a:spcAft>
                <a:spcPts val="0"/>
              </a:spcAft>
              <a:buClr>
                <a:srgbClr val="FF9A1F"/>
              </a:buClr>
              <a:buSzPct val="100000"/>
              <a:buFont typeface="Arial"/>
              <a:buChar char="•"/>
            </a:pPr>
            <a:r>
              <a:rPr sz="2600" b="0" i="0">
                <a:solidFill>
                  <a:srgbClr val="FDF9E0"/>
                </a:solidFill>
                <a:latin typeface="Arial"/>
              </a:rPr>
              <a:t>Help is slow to reach someone who falls</a:t>
            </a:r>
          </a:p>
        </p:txBody>
      </p:sp>
      <p:sp>
        <p:nvSpPr>
          <p:cNvPr id="115" name="Problem we solve"/>
          <p:cNvSpPr/>
          <p:nvPr/>
        </p:nvSpPr>
        <p:spPr>
          <a:xfrm>
            <a:off x="9144000" y="4892040"/>
            <a:ext cx="7955280" cy="3246120"/>
          </a:xfrm>
          <a:prstGeom prst="roundRect">
            <a:avLst>
              <a:gd name="adj" fmla="val 6000"/>
            </a:avLst>
          </a:prstGeom>
          <a:solidFill>
            <a:srgbClr val="2C2C2C"/>
          </a:solidFill>
          <a:ln w="31750">
            <a:solidFill>
              <a:srgbClr val="FF9A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Oval 115"/>
          <p:cNvSpPr/>
          <p:nvPr/>
        </p:nvSpPr>
        <p:spPr>
          <a:xfrm>
            <a:off x="9509760" y="5138928"/>
            <a:ext cx="731520" cy="73152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7" name="Picture 116" descr="users-dark.png"/>
          <p:cNvPicPr>
            <a:picLocks noChangeAspect="1"/>
          </p:cNvPicPr>
          <p:nvPr/>
        </p:nvPicPr>
        <p:blipFill>
          <a:blip r:embed="rId10"/>
          <a:stretch>
            <a:fillRect/>
          </a:stretch>
        </p:blipFill>
        <p:spPr>
          <a:xfrm>
            <a:off x="9670694" y="5299862"/>
            <a:ext cx="409651" cy="409651"/>
          </a:xfrm>
          <a:prstGeom prst="rect">
            <a:avLst/>
          </a:prstGeom>
        </p:spPr>
      </p:pic>
      <p:sp>
        <p:nvSpPr>
          <p:cNvPr id="118" name="TextBox 117"/>
          <p:cNvSpPr txBox="1"/>
          <p:nvPr/>
        </p:nvSpPr>
        <p:spPr>
          <a:xfrm>
            <a:off x="10424160" y="5138928"/>
            <a:ext cx="6309360" cy="731520"/>
          </a:xfrm>
          <a:prstGeom prst="rect">
            <a:avLst/>
          </a:prstGeom>
          <a:noFill/>
        </p:spPr>
        <p:txBody>
          <a:bodyPr wrap="square" lIns="0" rIns="0" tIns="0" bIns="0" anchor="ctr">
            <a:noAutofit/>
          </a:bodyPr>
          <a:lstStyle/>
          <a:p>
            <a:pPr algn="l">
              <a:lnSpc>
                <a:spcPct val="100000"/>
              </a:lnSpc>
              <a:spcBef>
                <a:spcPts val="0"/>
              </a:spcBef>
              <a:spcAft>
                <a:spcPts val="0"/>
              </a:spcAft>
            </a:pPr>
            <a:r>
              <a:rPr sz="3000" b="1" i="0">
                <a:solidFill>
                  <a:srgbClr val="FF9A1F"/>
                </a:solidFill>
                <a:latin typeface="Arial"/>
              </a:rPr>
              <a:t>The problem we're solving</a:t>
            </a:r>
          </a:p>
        </p:txBody>
      </p:sp>
      <p:sp>
        <p:nvSpPr>
          <p:cNvPr id="119" name="TextBox 118"/>
          <p:cNvSpPr txBox="1"/>
          <p:nvPr/>
        </p:nvSpPr>
        <p:spPr>
          <a:xfrm>
            <a:off x="9509760" y="6080760"/>
            <a:ext cx="7223760" cy="1920240"/>
          </a:xfrm>
          <a:prstGeom prst="rect">
            <a:avLst/>
          </a:prstGeom>
          <a:noFill/>
        </p:spPr>
        <p:txBody>
          <a:bodyPr wrap="square" lIns="0" rIns="0" tIns="0" bIns="0" anchor="t">
            <a:noAutofit/>
          </a:bodyPr>
          <a:lstStyle/>
          <a:p>
            <a:pPr algn="l">
              <a:lnSpc>
                <a:spcPct val="112000"/>
              </a:lnSpc>
              <a:spcBef>
                <a:spcPts val="0"/>
              </a:spcBef>
              <a:spcAft>
                <a:spcPts val="0"/>
              </a:spcAft>
            </a:pPr>
            <a:r>
              <a:rPr sz="2600" b="0" i="0">
                <a:solidFill>
                  <a:srgbClr val="FDF9E0"/>
                </a:solidFill>
                <a:latin typeface="Arial"/>
              </a:rPr>
              <a:t>Organisers can't see a crush building, and help reaches the wrong spot too late. They need early warning, and fast response, from the cameras they already have.</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54"/>
        </a:solidFill>
      </p:bgPr>
    </p:bg>
    <p:spTree>
      <p:nvGrpSpPr>
        <p:cNvPr id="106" name="Shape 106"/>
        <p:cNvGrpSpPr/>
        <p:nvPr/>
      </p:nvGrpSpPr>
      <p:grpSpPr>
        <a:xfrm>
          <a:off x="0" y="0"/>
          <a:ext cx="0" cy="0"/>
          <a:chOff x="0" y="0"/>
          <a:chExt cx="0" cy="0"/>
        </a:xfrm>
      </p:grpSpPr>
      <p:sp>
        <p:nvSpPr>
          <p:cNvPr id="107" name="Google Shape;107;p4"/>
          <p:cNvSpPr/>
          <p:nvPr/>
        </p:nvSpPr>
        <p:spPr>
          <a:xfrm>
            <a:off x="-952474" y="-1050044"/>
            <a:ext cx="3962348" cy="376423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8" name="Google Shape;108;p4"/>
          <p:cNvSpPr/>
          <p:nvPr/>
        </p:nvSpPr>
        <p:spPr>
          <a:xfrm flipH="1">
            <a:off x="14994729" y="-1414325"/>
            <a:ext cx="4345800" cy="412851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09" name="Google Shape;109;p4"/>
          <p:cNvGrpSpPr/>
          <p:nvPr/>
        </p:nvGrpSpPr>
        <p:grpSpPr>
          <a:xfrm>
            <a:off x="2368788" y="8390623"/>
            <a:ext cx="13550424" cy="2179108"/>
            <a:chOff x="0" y="-1"/>
            <a:chExt cx="13550423" cy="2179107"/>
          </a:xfrm>
        </p:grpSpPr>
        <p:sp>
          <p:nvSpPr>
            <p:cNvPr id="110" name="Google Shape;110;p4"/>
            <p:cNvSpPr/>
            <p:nvPr/>
          </p:nvSpPr>
          <p:spPr>
            <a:xfrm>
              <a:off x="5245398"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1" name="Google Shape;111;p4"/>
            <p:cNvSpPr/>
            <p:nvPr/>
          </p:nvSpPr>
          <p:spPr>
            <a:xfrm>
              <a:off x="0" y="81605"/>
              <a:ext cx="5483874" cy="19467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2" name="Google Shape;112;p4"/>
            <p:cNvSpPr/>
            <p:nvPr/>
          </p:nvSpPr>
          <p:spPr>
            <a:xfrm flipH="1">
              <a:off x="8066548" y="-1"/>
              <a:ext cx="5483875" cy="1946776"/>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3" name="Google Shape;113;p4"/>
            <p:cNvSpPr/>
            <p:nvPr/>
          </p:nvSpPr>
          <p:spPr>
            <a:xfrm>
              <a:off x="7299044"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4" name="Google Shape;114;p4"/>
            <p:cNvSpPr/>
            <p:nvPr/>
          </p:nvSpPr>
          <p:spPr>
            <a:xfrm>
              <a:off x="6124173" y="676405"/>
              <a:ext cx="1412540" cy="1502701"/>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15" name="Google Shape;115;p4"/>
          <p:cNvSpPr/>
          <p:nvPr/>
        </p:nvSpPr>
        <p:spPr>
          <a:xfrm>
            <a:off x="15745635" y="8842916"/>
            <a:ext cx="3594895"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6" name="Google Shape;116;p4"/>
          <p:cNvSpPr/>
          <p:nvPr/>
        </p:nvSpPr>
        <p:spPr>
          <a:xfrm>
            <a:off x="-585022" y="8842916"/>
            <a:ext cx="3594896"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17" name="Google Shape;117;p4"/>
          <p:cNvGrpSpPr/>
          <p:nvPr/>
        </p:nvGrpSpPr>
        <p:grpSpPr>
          <a:xfrm>
            <a:off x="3021811" y="-661897"/>
            <a:ext cx="12244379" cy="2085254"/>
            <a:chOff x="-1" y="-350608"/>
            <a:chExt cx="12244377" cy="2085253"/>
          </a:xfrm>
        </p:grpSpPr>
        <p:sp>
          <p:nvSpPr>
            <p:cNvPr id="118" name="Google Shape;118;p4"/>
            <p:cNvSpPr/>
            <p:nvPr/>
          </p:nvSpPr>
          <p:spPr>
            <a:xfrm>
              <a:off x="9442894" y="0"/>
              <a:ext cx="2801482" cy="1494942"/>
            </a:xfrm>
            <a:prstGeom prst="rect">
              <a:avLst/>
            </a:prstGeom>
            <a:blipFill rotWithShape="1">
              <a:blip r:embed="rId7">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9" name="Google Shape;119;p4"/>
            <p:cNvSpPr/>
            <p:nvPr/>
          </p:nvSpPr>
          <p:spPr>
            <a:xfrm>
              <a:off x="4918979" y="-350608"/>
              <a:ext cx="2243460" cy="2085253"/>
            </a:xfrm>
            <a:prstGeom prst="rect">
              <a:avLst/>
            </a:prstGeom>
            <a:blipFill rotWithShape="1">
              <a:blip r:embed="rId8">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0" name="Google Shape;120;p4"/>
            <p:cNvSpPr/>
            <p:nvPr/>
          </p:nvSpPr>
          <p:spPr>
            <a:xfrm>
              <a:off x="-1" y="280132"/>
              <a:ext cx="1939145" cy="823772"/>
            </a:xfrm>
            <a:prstGeom prst="rect">
              <a:avLst/>
            </a:prstGeom>
            <a:blipFill rotWithShape="1">
              <a:blip r:embed="rId9">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21" name="Title"/>
          <p:cNvSpPr txBox="1"/>
          <p:nvPr/>
        </p:nvSpPr>
        <p:spPr>
          <a:xfrm>
            <a:off x="2286000" y="1024128"/>
            <a:ext cx="137160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DF9E0"/>
              </a:buClr>
              <a:buSzPts val="4700"/>
              <a:buFont typeface="Arial"/>
              <a:buNone/>
            </a:pPr>
            <a:r>
              <a:rPr b="1" i="0" lang="en-US" sz="5600" u="none" cap="none" strike="noStrike">
                <a:solidFill>
                  <a:srgbClr val="FDF9E0"/>
                </a:solidFill>
                <a:latin typeface="Arial"/>
                <a:ea typeface="Arial"/>
                <a:cs typeface="Arial"/>
                <a:sym typeface="Arial"/>
              </a:rPr>
              <a:t>Novelty</a:t>
            </a:r>
            <a:endParaRPr/>
          </a:p>
        </p:txBody>
      </p:sp>
      <p:sp>
        <p:nvSpPr>
          <p:cNvPr id="122" name="TextBox 121"/>
          <p:cNvSpPr txBox="1"/>
          <p:nvPr/>
        </p:nvSpPr>
        <p:spPr>
          <a:xfrm>
            <a:off x="1188720" y="2377440"/>
            <a:ext cx="7772400" cy="548640"/>
          </a:xfrm>
          <a:prstGeom prst="rect">
            <a:avLst/>
          </a:prstGeom>
          <a:noFill/>
        </p:spPr>
        <p:txBody>
          <a:bodyPr wrap="square" lIns="0" rIns="0" tIns="0" bIns="0" anchor="ctr">
            <a:noAutofit/>
          </a:bodyPr>
          <a:lstStyle/>
          <a:p>
            <a:pPr algn="l">
              <a:lnSpc>
                <a:spcPct val="100000"/>
              </a:lnSpc>
              <a:spcBef>
                <a:spcPts val="0"/>
              </a:spcBef>
              <a:spcAft>
                <a:spcPts val="0"/>
              </a:spcAft>
            </a:pPr>
            <a:r>
              <a:rPr sz="3000" b="1" i="0">
                <a:solidFill>
                  <a:srgbClr val="FF9A1F"/>
                </a:solidFill>
                <a:latin typeface="Arial"/>
              </a:rPr>
              <a:t>1  How it's different</a:t>
            </a:r>
          </a:p>
        </p:txBody>
      </p:sp>
      <p:sp>
        <p:nvSpPr>
          <p:cNvPr id="123" name="Difference 1"/>
          <p:cNvSpPr/>
          <p:nvPr/>
        </p:nvSpPr>
        <p:spPr>
          <a:xfrm>
            <a:off x="1188720" y="310896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4" name="Picture 123" descr="times-muted.png"/>
          <p:cNvPicPr>
            <a:picLocks noChangeAspect="1"/>
          </p:cNvPicPr>
          <p:nvPr/>
        </p:nvPicPr>
        <p:blipFill>
          <a:blip r:embed="rId10"/>
          <a:stretch>
            <a:fillRect/>
          </a:stretch>
        </p:blipFill>
        <p:spPr>
          <a:xfrm>
            <a:off x="1508760" y="3383280"/>
            <a:ext cx="292608" cy="292608"/>
          </a:xfrm>
          <a:prstGeom prst="rect">
            <a:avLst/>
          </a:prstGeom>
        </p:spPr>
      </p:pic>
      <p:sp>
        <p:nvSpPr>
          <p:cNvPr id="125" name="TextBox 124"/>
          <p:cNvSpPr txBox="1"/>
          <p:nvPr/>
        </p:nvSpPr>
        <p:spPr>
          <a:xfrm>
            <a:off x="2011680" y="3310128"/>
            <a:ext cx="6675120" cy="438912"/>
          </a:xfrm>
          <a:prstGeom prst="rect">
            <a:avLst/>
          </a:prstGeom>
          <a:noFill/>
        </p:spPr>
        <p:txBody>
          <a:bodyPr wrap="square" lIns="0" rIns="0" tIns="0" bIns="0" anchor="ctr">
            <a:noAutofit/>
          </a:bodyPr>
          <a:lstStyle/>
          <a:p>
            <a:pPr algn="l">
              <a:lnSpc>
                <a:spcPct val="100000"/>
              </a:lnSpc>
              <a:spcBef>
                <a:spcPts val="0"/>
              </a:spcBef>
              <a:spcAft>
                <a:spcPts val="0"/>
              </a:spcAft>
            </a:pPr>
            <a:r>
              <a:rPr sz="2200" b="0" i="0">
                <a:solidFill>
                  <a:srgbClr val="C9C4AC"/>
                </a:solidFill>
                <a:latin typeface="Arial"/>
              </a:rPr>
              <a:t>Today: guards watch CCTV and guess crowd size</a:t>
            </a:r>
          </a:p>
        </p:txBody>
      </p:sp>
      <p:pic>
        <p:nvPicPr>
          <p:cNvPr id="126" name="Picture 125" descr="check-orange.png"/>
          <p:cNvPicPr>
            <a:picLocks noChangeAspect="1"/>
          </p:cNvPicPr>
          <p:nvPr/>
        </p:nvPicPr>
        <p:blipFill>
          <a:blip r:embed="rId11"/>
          <a:stretch>
            <a:fillRect/>
          </a:stretch>
        </p:blipFill>
        <p:spPr>
          <a:xfrm>
            <a:off x="1490472" y="3895344"/>
            <a:ext cx="329184" cy="329184"/>
          </a:xfrm>
          <a:prstGeom prst="rect">
            <a:avLst/>
          </a:prstGeom>
        </p:spPr>
      </p:pic>
      <p:sp>
        <p:nvSpPr>
          <p:cNvPr id="127" name="TextBox 126"/>
          <p:cNvSpPr txBox="1"/>
          <p:nvPr/>
        </p:nvSpPr>
        <p:spPr>
          <a:xfrm>
            <a:off x="2011680" y="3803904"/>
            <a:ext cx="6675120" cy="731520"/>
          </a:xfrm>
          <a:prstGeom prst="rect">
            <a:avLst/>
          </a:prstGeom>
          <a:noFill/>
        </p:spPr>
        <p:txBody>
          <a:bodyPr wrap="square" lIns="0" rIns="0" tIns="0" bIns="0" anchor="t">
            <a:noAutofit/>
          </a:bodyPr>
          <a:lstStyle/>
          <a:p>
            <a:pPr algn="l">
              <a:lnSpc>
                <a:spcPct val="105000"/>
              </a:lnSpc>
              <a:spcBef>
                <a:spcPts val="0"/>
              </a:spcBef>
              <a:spcAft>
                <a:spcPts val="0"/>
              </a:spcAft>
            </a:pPr>
            <a:r>
              <a:rPr sz="2500" b="1" i="0">
                <a:solidFill>
                  <a:srgbClr val="FDF9E0"/>
                </a:solidFill>
                <a:latin typeface="Arial"/>
              </a:rPr>
              <a:t>Predicts when a zone will turn critical, minutes ahead</a:t>
            </a:r>
          </a:p>
        </p:txBody>
      </p:sp>
      <p:sp>
        <p:nvSpPr>
          <p:cNvPr id="128" name="Difference 2"/>
          <p:cNvSpPr/>
          <p:nvPr/>
        </p:nvSpPr>
        <p:spPr>
          <a:xfrm>
            <a:off x="1188720" y="480060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9" name="Picture 128" descr="times-muted.png"/>
          <p:cNvPicPr>
            <a:picLocks noChangeAspect="1"/>
          </p:cNvPicPr>
          <p:nvPr/>
        </p:nvPicPr>
        <p:blipFill>
          <a:blip r:embed="rId10"/>
          <a:stretch>
            <a:fillRect/>
          </a:stretch>
        </p:blipFill>
        <p:spPr>
          <a:xfrm>
            <a:off x="1508760" y="5074920"/>
            <a:ext cx="292608" cy="292608"/>
          </a:xfrm>
          <a:prstGeom prst="rect">
            <a:avLst/>
          </a:prstGeom>
        </p:spPr>
      </p:pic>
      <p:sp>
        <p:nvSpPr>
          <p:cNvPr id="130" name="TextBox 129"/>
          <p:cNvSpPr txBox="1"/>
          <p:nvPr/>
        </p:nvSpPr>
        <p:spPr>
          <a:xfrm>
            <a:off x="2011680" y="5001768"/>
            <a:ext cx="6675120" cy="438912"/>
          </a:xfrm>
          <a:prstGeom prst="rect">
            <a:avLst/>
          </a:prstGeom>
          <a:noFill/>
        </p:spPr>
        <p:txBody>
          <a:bodyPr wrap="square" lIns="0" rIns="0" tIns="0" bIns="0" anchor="ctr">
            <a:noAutofit/>
          </a:bodyPr>
          <a:lstStyle/>
          <a:p>
            <a:pPr algn="l">
              <a:lnSpc>
                <a:spcPct val="100000"/>
              </a:lnSpc>
              <a:spcBef>
                <a:spcPts val="0"/>
              </a:spcBef>
              <a:spcAft>
                <a:spcPts val="0"/>
              </a:spcAft>
            </a:pPr>
            <a:r>
              <a:rPr sz="2200" b="0" i="0">
                <a:solidFill>
                  <a:srgbClr val="C9C4AC"/>
                </a:solidFill>
                <a:latin typeface="Arial"/>
              </a:rPr>
              <a:t>Today: people-counters miss heads in packed crowds</a:t>
            </a:r>
          </a:p>
        </p:txBody>
      </p:sp>
      <p:pic>
        <p:nvPicPr>
          <p:cNvPr id="131" name="Picture 130" descr="check-orange.png"/>
          <p:cNvPicPr>
            <a:picLocks noChangeAspect="1"/>
          </p:cNvPicPr>
          <p:nvPr/>
        </p:nvPicPr>
        <p:blipFill>
          <a:blip r:embed="rId11"/>
          <a:stretch>
            <a:fillRect/>
          </a:stretch>
        </p:blipFill>
        <p:spPr>
          <a:xfrm>
            <a:off x="1490472" y="5586984"/>
            <a:ext cx="329184" cy="329184"/>
          </a:xfrm>
          <a:prstGeom prst="rect">
            <a:avLst/>
          </a:prstGeom>
        </p:spPr>
      </p:pic>
      <p:sp>
        <p:nvSpPr>
          <p:cNvPr id="132" name="TextBox 131"/>
          <p:cNvSpPr txBox="1"/>
          <p:nvPr/>
        </p:nvSpPr>
        <p:spPr>
          <a:xfrm>
            <a:off x="2011680" y="5495544"/>
            <a:ext cx="6675120" cy="731520"/>
          </a:xfrm>
          <a:prstGeom prst="rect">
            <a:avLst/>
          </a:prstGeom>
          <a:noFill/>
        </p:spPr>
        <p:txBody>
          <a:bodyPr wrap="square" lIns="0" rIns="0" tIns="0" bIns="0" anchor="t">
            <a:noAutofit/>
          </a:bodyPr>
          <a:lstStyle/>
          <a:p>
            <a:pPr algn="l">
              <a:lnSpc>
                <a:spcPct val="105000"/>
              </a:lnSpc>
              <a:spcBef>
                <a:spcPts val="0"/>
              </a:spcBef>
              <a:spcAft>
                <a:spcPts val="0"/>
              </a:spcAft>
            </a:pPr>
            <a:r>
              <a:rPr sz="2500" b="1" i="0">
                <a:solidFill>
                  <a:srgbClr val="FDF9E0"/>
                </a:solidFill>
                <a:latin typeface="Arial"/>
              </a:rPr>
              <a:t>Switches to a density-map model when the crowd packs in</a:t>
            </a:r>
          </a:p>
        </p:txBody>
      </p:sp>
      <p:sp>
        <p:nvSpPr>
          <p:cNvPr id="133" name="Difference 3"/>
          <p:cNvSpPr/>
          <p:nvPr/>
        </p:nvSpPr>
        <p:spPr>
          <a:xfrm>
            <a:off x="1188720" y="649224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4" name="Picture 133" descr="times-muted.png"/>
          <p:cNvPicPr>
            <a:picLocks noChangeAspect="1"/>
          </p:cNvPicPr>
          <p:nvPr/>
        </p:nvPicPr>
        <p:blipFill>
          <a:blip r:embed="rId10"/>
          <a:stretch>
            <a:fillRect/>
          </a:stretch>
        </p:blipFill>
        <p:spPr>
          <a:xfrm>
            <a:off x="1508760" y="6766560"/>
            <a:ext cx="292608" cy="292608"/>
          </a:xfrm>
          <a:prstGeom prst="rect">
            <a:avLst/>
          </a:prstGeom>
        </p:spPr>
      </p:pic>
      <p:sp>
        <p:nvSpPr>
          <p:cNvPr id="135" name="TextBox 134"/>
          <p:cNvSpPr txBox="1"/>
          <p:nvPr/>
        </p:nvSpPr>
        <p:spPr>
          <a:xfrm>
            <a:off x="2011680" y="6693408"/>
            <a:ext cx="6675120" cy="438912"/>
          </a:xfrm>
          <a:prstGeom prst="rect">
            <a:avLst/>
          </a:prstGeom>
          <a:noFill/>
        </p:spPr>
        <p:txBody>
          <a:bodyPr wrap="square" lIns="0" rIns="0" tIns="0" bIns="0" anchor="ctr">
            <a:noAutofit/>
          </a:bodyPr>
          <a:lstStyle/>
          <a:p>
            <a:pPr algn="l">
              <a:lnSpc>
                <a:spcPct val="100000"/>
              </a:lnSpc>
              <a:spcBef>
                <a:spcPts val="0"/>
              </a:spcBef>
              <a:spcAft>
                <a:spcPts val="0"/>
              </a:spcAft>
            </a:pPr>
            <a:r>
              <a:rPr sz="2200" b="0" i="0">
                <a:solidFill>
                  <a:srgbClr val="C9C4AC"/>
                </a:solidFill>
                <a:latin typeface="Arial"/>
              </a:rPr>
              <a:t>Today: alarms stop at the control room</a:t>
            </a:r>
          </a:p>
        </p:txBody>
      </p:sp>
      <p:pic>
        <p:nvPicPr>
          <p:cNvPr id="136" name="Picture 135" descr="check-orange.png"/>
          <p:cNvPicPr>
            <a:picLocks noChangeAspect="1"/>
          </p:cNvPicPr>
          <p:nvPr/>
        </p:nvPicPr>
        <p:blipFill>
          <a:blip r:embed="rId11"/>
          <a:stretch>
            <a:fillRect/>
          </a:stretch>
        </p:blipFill>
        <p:spPr>
          <a:xfrm>
            <a:off x="1490472" y="7278624"/>
            <a:ext cx="329184" cy="329184"/>
          </a:xfrm>
          <a:prstGeom prst="rect">
            <a:avLst/>
          </a:prstGeom>
        </p:spPr>
      </p:pic>
      <p:sp>
        <p:nvSpPr>
          <p:cNvPr id="137" name="TextBox 136"/>
          <p:cNvSpPr txBox="1"/>
          <p:nvPr/>
        </p:nvSpPr>
        <p:spPr>
          <a:xfrm>
            <a:off x="2011680" y="7187184"/>
            <a:ext cx="6675120" cy="731520"/>
          </a:xfrm>
          <a:prstGeom prst="rect">
            <a:avLst/>
          </a:prstGeom>
          <a:noFill/>
        </p:spPr>
        <p:txBody>
          <a:bodyPr wrap="square" lIns="0" rIns="0" tIns="0" bIns="0" anchor="t">
            <a:noAutofit/>
          </a:bodyPr>
          <a:lstStyle/>
          <a:p>
            <a:pPr algn="l">
              <a:lnSpc>
                <a:spcPct val="105000"/>
              </a:lnSpc>
              <a:spcBef>
                <a:spcPts val="0"/>
              </a:spcBef>
              <a:spcAft>
                <a:spcPts val="0"/>
              </a:spcAft>
            </a:pPr>
            <a:r>
              <a:rPr sz="2500" b="1" i="0">
                <a:solidFill>
                  <a:srgbClr val="FDF9E0"/>
                </a:solidFill>
                <a:latin typeface="Arial"/>
              </a:rPr>
              <a:t>Sends the nearest help station, with location and photo</a:t>
            </a:r>
          </a:p>
        </p:txBody>
      </p:sp>
      <p:sp>
        <p:nvSpPr>
          <p:cNvPr id="138" name="TextBox 137"/>
          <p:cNvSpPr txBox="1"/>
          <p:nvPr/>
        </p:nvSpPr>
        <p:spPr>
          <a:xfrm>
            <a:off x="9326880" y="2377440"/>
            <a:ext cx="7772400" cy="548640"/>
          </a:xfrm>
          <a:prstGeom prst="rect">
            <a:avLst/>
          </a:prstGeom>
          <a:noFill/>
        </p:spPr>
        <p:txBody>
          <a:bodyPr wrap="square" lIns="0" rIns="0" tIns="0" bIns="0" anchor="ctr">
            <a:noAutofit/>
          </a:bodyPr>
          <a:lstStyle/>
          <a:p>
            <a:pPr algn="l">
              <a:lnSpc>
                <a:spcPct val="100000"/>
              </a:lnSpc>
              <a:spcBef>
                <a:spcPts val="0"/>
              </a:spcBef>
              <a:spcAft>
                <a:spcPts val="0"/>
              </a:spcAft>
            </a:pPr>
            <a:r>
              <a:rPr sz="3000" b="1" i="0">
                <a:solidFill>
                  <a:srgbClr val="FF9A1F"/>
                </a:solidFill>
                <a:latin typeface="Arial"/>
              </a:rPr>
              <a:t>2  How it solves the problem</a:t>
            </a:r>
          </a:p>
        </p:txBody>
      </p:sp>
      <p:sp>
        <p:nvSpPr>
          <p:cNvPr id="139" name="Solves 1"/>
          <p:cNvSpPr/>
          <p:nvPr/>
        </p:nvSpPr>
        <p:spPr>
          <a:xfrm>
            <a:off x="9326880" y="310896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Oval 139"/>
          <p:cNvSpPr/>
          <p:nvPr/>
        </p:nvSpPr>
        <p:spPr>
          <a:xfrm>
            <a:off x="9646920" y="342900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1" name="Picture 140" descr="clock-dark.png"/>
          <p:cNvPicPr>
            <a:picLocks noChangeAspect="1"/>
          </p:cNvPicPr>
          <p:nvPr/>
        </p:nvPicPr>
        <p:blipFill>
          <a:blip r:embed="rId12"/>
          <a:stretch>
            <a:fillRect/>
          </a:stretch>
        </p:blipFill>
        <p:spPr>
          <a:xfrm>
            <a:off x="9838030" y="3620110"/>
            <a:ext cx="486461" cy="486461"/>
          </a:xfrm>
          <a:prstGeom prst="rect">
            <a:avLst/>
          </a:prstGeom>
        </p:spPr>
      </p:pic>
      <p:sp>
        <p:nvSpPr>
          <p:cNvPr id="142" name="TextBox 141"/>
          <p:cNvSpPr txBox="1"/>
          <p:nvPr/>
        </p:nvSpPr>
        <p:spPr>
          <a:xfrm>
            <a:off x="10789920" y="3291840"/>
            <a:ext cx="6035040" cy="457200"/>
          </a:xfrm>
          <a:prstGeom prst="rect">
            <a:avLst/>
          </a:prstGeom>
          <a:noFill/>
        </p:spPr>
        <p:txBody>
          <a:bodyPr wrap="square" lIns="0" rIns="0" tIns="0" bIns="0" anchor="ctr">
            <a:noAutofit/>
          </a:bodyPr>
          <a:lstStyle/>
          <a:p>
            <a:pPr algn="l">
              <a:lnSpc>
                <a:spcPct val="100000"/>
              </a:lnSpc>
              <a:spcBef>
                <a:spcPts val="0"/>
              </a:spcBef>
              <a:spcAft>
                <a:spcPts val="0"/>
              </a:spcAft>
            </a:pPr>
            <a:r>
              <a:rPr sz="2700" b="1" i="0">
                <a:solidFill>
                  <a:srgbClr val="FDF9E0"/>
                </a:solidFill>
                <a:latin typeface="Arial"/>
              </a:rPr>
              <a:t>Warns early</a:t>
            </a:r>
          </a:p>
        </p:txBody>
      </p:sp>
      <p:sp>
        <p:nvSpPr>
          <p:cNvPr id="143" name="TextBox 142"/>
          <p:cNvSpPr txBox="1"/>
          <p:nvPr/>
        </p:nvSpPr>
        <p:spPr>
          <a:xfrm>
            <a:off x="10789920" y="3785616"/>
            <a:ext cx="6035040" cy="731520"/>
          </a:xfrm>
          <a:prstGeom prst="rect">
            <a:avLst/>
          </a:prstGeom>
          <a:noFill/>
        </p:spPr>
        <p:txBody>
          <a:bodyPr wrap="square" lIns="0" rIns="0" tIns="0" bIns="0" anchor="t">
            <a:noAutofit/>
          </a:bodyPr>
          <a:lstStyle/>
          <a:p>
            <a:pPr algn="l">
              <a:lnSpc>
                <a:spcPct val="105000"/>
              </a:lnSpc>
              <a:spcBef>
                <a:spcPts val="0"/>
              </a:spcBef>
              <a:spcAft>
                <a:spcPts val="0"/>
              </a:spcAft>
            </a:pPr>
            <a:r>
              <a:rPr sz="2300" b="0" i="0">
                <a:solidFill>
                  <a:srgbClr val="C9C4AC"/>
                </a:solidFill>
                <a:latin typeface="Arial"/>
              </a:rPr>
              <a:t>"Gate 3 critical in 6 min", from live gate inflow</a:t>
            </a:r>
          </a:p>
        </p:txBody>
      </p:sp>
      <p:sp>
        <p:nvSpPr>
          <p:cNvPr id="144" name="Solves 2"/>
          <p:cNvSpPr/>
          <p:nvPr/>
        </p:nvSpPr>
        <p:spPr>
          <a:xfrm>
            <a:off x="9326880" y="480060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Oval 144"/>
          <p:cNvSpPr/>
          <p:nvPr/>
        </p:nvSpPr>
        <p:spPr>
          <a:xfrm>
            <a:off x="9646920" y="512064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6" name="Picture 145" descr="ambulance-dark.png"/>
          <p:cNvPicPr>
            <a:picLocks noChangeAspect="1"/>
          </p:cNvPicPr>
          <p:nvPr/>
        </p:nvPicPr>
        <p:blipFill>
          <a:blip r:embed="rId13"/>
          <a:stretch>
            <a:fillRect/>
          </a:stretch>
        </p:blipFill>
        <p:spPr>
          <a:xfrm>
            <a:off x="9838030" y="5311750"/>
            <a:ext cx="486461" cy="486461"/>
          </a:xfrm>
          <a:prstGeom prst="rect">
            <a:avLst/>
          </a:prstGeom>
        </p:spPr>
      </p:pic>
      <p:sp>
        <p:nvSpPr>
          <p:cNvPr id="147" name="TextBox 146"/>
          <p:cNvSpPr txBox="1"/>
          <p:nvPr/>
        </p:nvSpPr>
        <p:spPr>
          <a:xfrm>
            <a:off x="10789920" y="4983480"/>
            <a:ext cx="6035040" cy="457200"/>
          </a:xfrm>
          <a:prstGeom prst="rect">
            <a:avLst/>
          </a:prstGeom>
          <a:noFill/>
        </p:spPr>
        <p:txBody>
          <a:bodyPr wrap="square" lIns="0" rIns="0" tIns="0" bIns="0" anchor="ctr">
            <a:noAutofit/>
          </a:bodyPr>
          <a:lstStyle/>
          <a:p>
            <a:pPr algn="l">
              <a:lnSpc>
                <a:spcPct val="100000"/>
              </a:lnSpc>
              <a:spcBef>
                <a:spcPts val="0"/>
              </a:spcBef>
              <a:spcAft>
                <a:spcPts val="0"/>
              </a:spcAft>
            </a:pPr>
            <a:r>
              <a:rPr sz="2700" b="1" i="0">
                <a:solidFill>
                  <a:srgbClr val="FDF9E0"/>
                </a:solidFill>
                <a:latin typeface="Arial"/>
              </a:rPr>
              <a:t>Sends help fast</a:t>
            </a:r>
          </a:p>
        </p:txBody>
      </p:sp>
      <p:sp>
        <p:nvSpPr>
          <p:cNvPr id="148" name="TextBox 147"/>
          <p:cNvSpPr txBox="1"/>
          <p:nvPr/>
        </p:nvSpPr>
        <p:spPr>
          <a:xfrm>
            <a:off x="10789920" y="5477256"/>
            <a:ext cx="6035040" cy="731520"/>
          </a:xfrm>
          <a:prstGeom prst="rect">
            <a:avLst/>
          </a:prstGeom>
          <a:noFill/>
        </p:spPr>
        <p:txBody>
          <a:bodyPr wrap="square" lIns="0" rIns="0" tIns="0" bIns="0" anchor="t">
            <a:noAutofit/>
          </a:bodyPr>
          <a:lstStyle/>
          <a:p>
            <a:pPr algn="l">
              <a:lnSpc>
                <a:spcPct val="105000"/>
              </a:lnSpc>
              <a:spcBef>
                <a:spcPts val="0"/>
              </a:spcBef>
              <a:spcAft>
                <a:spcPts val="0"/>
              </a:spcAft>
            </a:pPr>
            <a:r>
              <a:rPr sz="2300" b="0" i="0">
                <a:solidFill>
                  <a:srgbClr val="C9C4AC"/>
                </a:solidFill>
                <a:latin typeface="Arial"/>
              </a:rPr>
              <a:t>Nearest medical or police post gets the alert; escalates if no reply</a:t>
            </a:r>
          </a:p>
        </p:txBody>
      </p:sp>
      <p:sp>
        <p:nvSpPr>
          <p:cNvPr id="149" name="Solves 3"/>
          <p:cNvSpPr/>
          <p:nvPr/>
        </p:nvSpPr>
        <p:spPr>
          <a:xfrm>
            <a:off x="9326880" y="6492240"/>
            <a:ext cx="7772400" cy="150876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Oval 149"/>
          <p:cNvSpPr/>
          <p:nvPr/>
        </p:nvSpPr>
        <p:spPr>
          <a:xfrm>
            <a:off x="9646920" y="68122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1" name="Picture 150" descr="directions-dark.png"/>
          <p:cNvPicPr>
            <a:picLocks noChangeAspect="1"/>
          </p:cNvPicPr>
          <p:nvPr/>
        </p:nvPicPr>
        <p:blipFill>
          <a:blip r:embed="rId14"/>
          <a:stretch>
            <a:fillRect/>
          </a:stretch>
        </p:blipFill>
        <p:spPr>
          <a:xfrm>
            <a:off x="9838030" y="7003390"/>
            <a:ext cx="486461" cy="486461"/>
          </a:xfrm>
          <a:prstGeom prst="rect">
            <a:avLst/>
          </a:prstGeom>
        </p:spPr>
      </p:pic>
      <p:sp>
        <p:nvSpPr>
          <p:cNvPr id="152" name="TextBox 151"/>
          <p:cNvSpPr txBox="1"/>
          <p:nvPr/>
        </p:nvSpPr>
        <p:spPr>
          <a:xfrm>
            <a:off x="10789920" y="6675120"/>
            <a:ext cx="6035040" cy="457200"/>
          </a:xfrm>
          <a:prstGeom prst="rect">
            <a:avLst/>
          </a:prstGeom>
          <a:noFill/>
        </p:spPr>
        <p:txBody>
          <a:bodyPr wrap="square" lIns="0" rIns="0" tIns="0" bIns="0" anchor="ctr">
            <a:noAutofit/>
          </a:bodyPr>
          <a:lstStyle/>
          <a:p>
            <a:pPr algn="l">
              <a:lnSpc>
                <a:spcPct val="100000"/>
              </a:lnSpc>
              <a:spcBef>
                <a:spcPts val="0"/>
              </a:spcBef>
              <a:spcAft>
                <a:spcPts val="0"/>
              </a:spcAft>
            </a:pPr>
            <a:r>
              <a:rPr sz="2700" b="1" i="0">
                <a:solidFill>
                  <a:srgbClr val="FDF9E0"/>
                </a:solidFill>
                <a:latin typeface="Arial"/>
              </a:rPr>
              <a:t>Moves the crowd</a:t>
            </a:r>
          </a:p>
        </p:txBody>
      </p:sp>
      <p:sp>
        <p:nvSpPr>
          <p:cNvPr id="153" name="TextBox 152"/>
          <p:cNvSpPr txBox="1"/>
          <p:nvPr/>
        </p:nvSpPr>
        <p:spPr>
          <a:xfrm>
            <a:off x="10789920" y="7168896"/>
            <a:ext cx="6035040" cy="731520"/>
          </a:xfrm>
          <a:prstGeom prst="rect">
            <a:avLst/>
          </a:prstGeom>
          <a:noFill/>
        </p:spPr>
        <p:txBody>
          <a:bodyPr wrap="square" lIns="0" rIns="0" tIns="0" bIns="0" anchor="t">
            <a:noAutofit/>
          </a:bodyPr>
          <a:lstStyle/>
          <a:p>
            <a:pPr algn="l">
              <a:lnSpc>
                <a:spcPct val="105000"/>
              </a:lnSpc>
              <a:spcBef>
                <a:spcPts val="0"/>
              </a:spcBef>
              <a:spcAft>
                <a:spcPts val="0"/>
              </a:spcAft>
            </a:pPr>
            <a:r>
              <a:rPr sz="2300" b="0" i="0">
                <a:solidFill>
                  <a:srgbClr val="C9C4AC"/>
                </a:solidFill>
                <a:latin typeface="Arial"/>
              </a:rPr>
              <a:t>Suggests which gate to open; PA speaks in Kannada, Hindi, English</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54"/>
        </a:solidFill>
      </p:bgPr>
    </p:bg>
    <p:spTree>
      <p:nvGrpSpPr>
        <p:cNvPr id="125" name="Shape 125"/>
        <p:cNvGrpSpPr/>
        <p:nvPr/>
      </p:nvGrpSpPr>
      <p:grpSpPr>
        <a:xfrm>
          <a:off x="0" y="0"/>
          <a:ext cx="0" cy="0"/>
          <a:chOff x="0" y="0"/>
          <a:chExt cx="0" cy="0"/>
        </a:xfrm>
      </p:grpSpPr>
      <p:sp>
        <p:nvSpPr>
          <p:cNvPr id="126" name="Google Shape;126;p5"/>
          <p:cNvSpPr/>
          <p:nvPr/>
        </p:nvSpPr>
        <p:spPr>
          <a:xfrm>
            <a:off x="-952474" y="-1050044"/>
            <a:ext cx="3962348" cy="376423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7" name="Google Shape;127;p5"/>
          <p:cNvSpPr/>
          <p:nvPr/>
        </p:nvSpPr>
        <p:spPr>
          <a:xfrm flipH="1">
            <a:off x="14994729" y="-1414325"/>
            <a:ext cx="4345800" cy="412851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28" name="Google Shape;128;p5"/>
          <p:cNvGrpSpPr/>
          <p:nvPr/>
        </p:nvGrpSpPr>
        <p:grpSpPr>
          <a:xfrm>
            <a:off x="2368788" y="8390623"/>
            <a:ext cx="13550424" cy="2179108"/>
            <a:chOff x="0" y="-1"/>
            <a:chExt cx="13550423" cy="2179107"/>
          </a:xfrm>
        </p:grpSpPr>
        <p:sp>
          <p:nvSpPr>
            <p:cNvPr id="129" name="Google Shape;129;p5"/>
            <p:cNvSpPr/>
            <p:nvPr/>
          </p:nvSpPr>
          <p:spPr>
            <a:xfrm>
              <a:off x="5245398"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0" name="Google Shape;130;p5"/>
            <p:cNvSpPr/>
            <p:nvPr/>
          </p:nvSpPr>
          <p:spPr>
            <a:xfrm>
              <a:off x="0" y="81605"/>
              <a:ext cx="5483874" cy="19467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1" name="Google Shape;131;p5"/>
            <p:cNvSpPr/>
            <p:nvPr/>
          </p:nvSpPr>
          <p:spPr>
            <a:xfrm flipH="1">
              <a:off x="8066548" y="-1"/>
              <a:ext cx="5483875" cy="1946776"/>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2" name="Google Shape;132;p5"/>
            <p:cNvSpPr/>
            <p:nvPr/>
          </p:nvSpPr>
          <p:spPr>
            <a:xfrm>
              <a:off x="7299044"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3" name="Google Shape;133;p5"/>
            <p:cNvSpPr/>
            <p:nvPr/>
          </p:nvSpPr>
          <p:spPr>
            <a:xfrm>
              <a:off x="6124173" y="676405"/>
              <a:ext cx="1412540" cy="1502701"/>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34" name="Google Shape;134;p5"/>
          <p:cNvSpPr/>
          <p:nvPr/>
        </p:nvSpPr>
        <p:spPr>
          <a:xfrm>
            <a:off x="15745635" y="8842916"/>
            <a:ext cx="3594895"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5" name="Google Shape;135;p5"/>
          <p:cNvSpPr/>
          <p:nvPr/>
        </p:nvSpPr>
        <p:spPr>
          <a:xfrm>
            <a:off x="-585022" y="8842916"/>
            <a:ext cx="3594896"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36" name="Google Shape;136;p5"/>
          <p:cNvGrpSpPr/>
          <p:nvPr/>
        </p:nvGrpSpPr>
        <p:grpSpPr>
          <a:xfrm>
            <a:off x="3166954" y="-775893"/>
            <a:ext cx="12244378" cy="2262447"/>
            <a:chOff x="-1" y="-439204"/>
            <a:chExt cx="12244377" cy="2262445"/>
          </a:xfrm>
        </p:grpSpPr>
        <p:sp>
          <p:nvSpPr>
            <p:cNvPr id="137" name="Google Shape;137;p5"/>
            <p:cNvSpPr/>
            <p:nvPr/>
          </p:nvSpPr>
          <p:spPr>
            <a:xfrm>
              <a:off x="9442894" y="0"/>
              <a:ext cx="2801482" cy="1494942"/>
            </a:xfrm>
            <a:prstGeom prst="rect">
              <a:avLst/>
            </a:prstGeom>
            <a:blipFill rotWithShape="1">
              <a:blip r:embed="rId7">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8" name="Google Shape;138;p5"/>
            <p:cNvSpPr/>
            <p:nvPr/>
          </p:nvSpPr>
          <p:spPr>
            <a:xfrm>
              <a:off x="4834508" y="-439204"/>
              <a:ext cx="2243460" cy="2262445"/>
            </a:xfrm>
            <a:prstGeom prst="rect">
              <a:avLst/>
            </a:prstGeom>
            <a:blipFill rotWithShape="1">
              <a:blip r:embed="rId8">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9" name="Google Shape;139;p5"/>
            <p:cNvSpPr/>
            <p:nvPr/>
          </p:nvSpPr>
          <p:spPr>
            <a:xfrm>
              <a:off x="-1" y="280132"/>
              <a:ext cx="1939145" cy="823772"/>
            </a:xfrm>
            <a:prstGeom prst="rect">
              <a:avLst/>
            </a:prstGeom>
            <a:blipFill rotWithShape="1">
              <a:blip r:embed="rId9">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40" name="Title"/>
          <p:cNvSpPr txBox="1"/>
          <p:nvPr/>
        </p:nvSpPr>
        <p:spPr>
          <a:xfrm>
            <a:off x="2286000" y="1024128"/>
            <a:ext cx="137160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DF9E0"/>
              </a:buClr>
              <a:buSzPts val="6200"/>
              <a:buFont typeface="Arial"/>
              <a:buNone/>
            </a:pPr>
            <a:r>
              <a:rPr b="1" i="0" lang="en-US" sz="5600" u="none" cap="none" strike="noStrike">
                <a:solidFill>
                  <a:srgbClr val="FDF9E0"/>
                </a:solidFill>
                <a:latin typeface="Arial"/>
                <a:ea typeface="Arial"/>
                <a:cs typeface="Arial"/>
                <a:sym typeface="Arial"/>
              </a:rPr>
              <a:t>Brief About the Idea</a:t>
            </a:r>
            <a:endParaRPr/>
          </a:p>
        </p:txBody>
      </p:sp>
      <p:sp>
        <p:nvSpPr>
          <p:cNvPr id="141" name="Pitch line"/>
          <p:cNvSpPr/>
          <p:nvPr/>
        </p:nvSpPr>
        <p:spPr>
          <a:xfrm>
            <a:off x="1188720" y="2377440"/>
            <a:ext cx="15910560" cy="1325880"/>
          </a:xfrm>
          <a:prstGeom prst="roundRect">
            <a:avLst>
              <a:gd name="adj" fmla="val 6000"/>
            </a:avLst>
          </a:prstGeom>
          <a:solidFill>
            <a:srgbClr val="2C2C2C"/>
          </a:solidFill>
          <a:ln w="31750">
            <a:solidFill>
              <a:srgbClr val="FF9A1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Oval 141"/>
          <p:cNvSpPr/>
          <p:nvPr/>
        </p:nvSpPr>
        <p:spPr>
          <a:xfrm>
            <a:off x="1554480" y="265176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3" name="Picture 142" descr="ghost-dark.png"/>
          <p:cNvPicPr>
            <a:picLocks noChangeAspect="1"/>
          </p:cNvPicPr>
          <p:nvPr/>
        </p:nvPicPr>
        <p:blipFill>
          <a:blip r:embed="rId10"/>
          <a:stretch>
            <a:fillRect/>
          </a:stretch>
        </p:blipFill>
        <p:spPr>
          <a:xfrm>
            <a:off x="1725473" y="2822753"/>
            <a:ext cx="435254" cy="435254"/>
          </a:xfrm>
          <a:prstGeom prst="rect">
            <a:avLst/>
          </a:prstGeom>
        </p:spPr>
      </p:pic>
      <p:sp>
        <p:nvSpPr>
          <p:cNvPr id="144" name="TextBox 143"/>
          <p:cNvSpPr txBox="1"/>
          <p:nvPr/>
        </p:nvSpPr>
        <p:spPr>
          <a:xfrm>
            <a:off x="2651760" y="2514600"/>
            <a:ext cx="14081760" cy="1051560"/>
          </a:xfrm>
          <a:prstGeom prst="rect">
            <a:avLst/>
          </a:prstGeom>
          <a:noFill/>
        </p:spPr>
        <p:txBody>
          <a:bodyPr wrap="square" lIns="0" rIns="0" tIns="0" bIns="0" anchor="ctr">
            <a:noAutofit/>
          </a:bodyPr>
          <a:lstStyle/>
          <a:p>
            <a:pPr algn="l">
              <a:lnSpc>
                <a:spcPct val="105000"/>
              </a:lnSpc>
              <a:spcBef>
                <a:spcPts val="0"/>
              </a:spcBef>
              <a:spcAft>
                <a:spcPts val="0"/>
              </a:spcAft>
            </a:pPr>
            <a:r>
              <a:rPr sz="3000" b="1" i="0">
                <a:solidFill>
                  <a:srgbClr val="FF9A1F"/>
                </a:solidFill>
                <a:latin typeface="Arial"/>
              </a:rPr>
              <a:t>Poltergeist</a:t>
            </a:r>
            <a:r>
              <a:rPr sz="3000" b="0" i="0">
                <a:solidFill>
                  <a:srgbClr val="FDF9E0"/>
                </a:solidFill>
                <a:latin typeface="Arial"/>
              </a:rPr>
              <a:t> predicts crowd crushes, spots incidents and sends the nearest help, using cameras a venue already has.</a:t>
            </a:r>
          </a:p>
        </p:txBody>
      </p:sp>
      <p:sp>
        <p:nvSpPr>
          <p:cNvPr id="145" name="Feature Predict"/>
          <p:cNvSpPr/>
          <p:nvPr/>
        </p:nvSpPr>
        <p:spPr>
          <a:xfrm>
            <a:off x="1188720" y="3977640"/>
            <a:ext cx="3771900" cy="28346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Oval 145"/>
          <p:cNvSpPr/>
          <p:nvPr/>
        </p:nvSpPr>
        <p:spPr>
          <a:xfrm>
            <a:off x="1508760" y="42976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7" name="Picture 146" descr="chart-dark.png"/>
          <p:cNvPicPr>
            <a:picLocks noChangeAspect="1"/>
          </p:cNvPicPr>
          <p:nvPr/>
        </p:nvPicPr>
        <p:blipFill>
          <a:blip r:embed="rId11"/>
          <a:stretch>
            <a:fillRect/>
          </a:stretch>
        </p:blipFill>
        <p:spPr>
          <a:xfrm>
            <a:off x="1699870" y="4488790"/>
            <a:ext cx="486461" cy="486461"/>
          </a:xfrm>
          <a:prstGeom prst="rect">
            <a:avLst/>
          </a:prstGeom>
        </p:spPr>
      </p:pic>
      <p:sp>
        <p:nvSpPr>
          <p:cNvPr id="148" name="TextBox 147"/>
          <p:cNvSpPr txBox="1"/>
          <p:nvPr/>
        </p:nvSpPr>
        <p:spPr>
          <a:xfrm>
            <a:off x="2560320" y="4297680"/>
            <a:ext cx="2217420" cy="868680"/>
          </a:xfrm>
          <a:prstGeom prst="rect">
            <a:avLst/>
          </a:prstGeom>
          <a:noFill/>
        </p:spPr>
        <p:txBody>
          <a:bodyPr wrap="square" lIns="0" rIns="0" tIns="0" bIns="0" anchor="ctr">
            <a:noAutofit/>
          </a:bodyPr>
          <a:lstStyle/>
          <a:p>
            <a:pPr algn="l">
              <a:lnSpc>
                <a:spcPct val="100000"/>
              </a:lnSpc>
              <a:spcBef>
                <a:spcPts val="0"/>
              </a:spcBef>
              <a:spcAft>
                <a:spcPts val="0"/>
              </a:spcAft>
            </a:pPr>
            <a:r>
              <a:rPr sz="3200" b="1" i="0">
                <a:solidFill>
                  <a:srgbClr val="FDF9E0"/>
                </a:solidFill>
                <a:latin typeface="Arial"/>
              </a:rPr>
              <a:t>Predict</a:t>
            </a:r>
          </a:p>
        </p:txBody>
      </p:sp>
      <p:sp>
        <p:nvSpPr>
          <p:cNvPr id="149" name="TextBox 148"/>
          <p:cNvSpPr txBox="1"/>
          <p:nvPr/>
        </p:nvSpPr>
        <p:spPr>
          <a:xfrm>
            <a:off x="1508760" y="5349240"/>
            <a:ext cx="3131820" cy="1325880"/>
          </a:xfrm>
          <a:prstGeom prst="rect">
            <a:avLst/>
          </a:prstGeom>
          <a:noFill/>
        </p:spPr>
        <p:txBody>
          <a:bodyPr wrap="square" lIns="0" rIns="0" tIns="0" bIns="0" anchor="t">
            <a:noAutofit/>
          </a:bodyPr>
          <a:lstStyle/>
          <a:p>
            <a:pPr algn="l">
              <a:lnSpc>
                <a:spcPct val="110000"/>
              </a:lnSpc>
              <a:spcBef>
                <a:spcPts val="0"/>
              </a:spcBef>
              <a:spcAft>
                <a:spcPts val="0"/>
              </a:spcAft>
            </a:pPr>
            <a:r>
              <a:rPr sz="2400" b="0" i="0">
                <a:solidFill>
                  <a:srgbClr val="C9C4AC"/>
                </a:solidFill>
                <a:latin typeface="Arial"/>
              </a:rPr>
              <a:t>Live heatmap + gate inflow: "critical in 6 min"</a:t>
            </a:r>
          </a:p>
        </p:txBody>
      </p:sp>
      <p:sp>
        <p:nvSpPr>
          <p:cNvPr id="150" name="Feature Detect"/>
          <p:cNvSpPr/>
          <p:nvPr/>
        </p:nvSpPr>
        <p:spPr>
          <a:xfrm>
            <a:off x="5234940" y="3977640"/>
            <a:ext cx="3771900" cy="28346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Oval 150"/>
          <p:cNvSpPr/>
          <p:nvPr/>
        </p:nvSpPr>
        <p:spPr>
          <a:xfrm>
            <a:off x="5554980" y="42976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2" name="Picture 151" descr="alert-dark.png"/>
          <p:cNvPicPr>
            <a:picLocks noChangeAspect="1"/>
          </p:cNvPicPr>
          <p:nvPr/>
        </p:nvPicPr>
        <p:blipFill>
          <a:blip r:embed="rId12"/>
          <a:stretch>
            <a:fillRect/>
          </a:stretch>
        </p:blipFill>
        <p:spPr>
          <a:xfrm>
            <a:off x="5746090" y="4488790"/>
            <a:ext cx="486461" cy="486461"/>
          </a:xfrm>
          <a:prstGeom prst="rect">
            <a:avLst/>
          </a:prstGeom>
        </p:spPr>
      </p:pic>
      <p:sp>
        <p:nvSpPr>
          <p:cNvPr id="153" name="TextBox 152"/>
          <p:cNvSpPr txBox="1"/>
          <p:nvPr/>
        </p:nvSpPr>
        <p:spPr>
          <a:xfrm>
            <a:off x="6606540" y="4297680"/>
            <a:ext cx="2217420" cy="868680"/>
          </a:xfrm>
          <a:prstGeom prst="rect">
            <a:avLst/>
          </a:prstGeom>
          <a:noFill/>
        </p:spPr>
        <p:txBody>
          <a:bodyPr wrap="square" lIns="0" rIns="0" tIns="0" bIns="0" anchor="ctr">
            <a:noAutofit/>
          </a:bodyPr>
          <a:lstStyle/>
          <a:p>
            <a:pPr algn="l">
              <a:lnSpc>
                <a:spcPct val="100000"/>
              </a:lnSpc>
              <a:spcBef>
                <a:spcPts val="0"/>
              </a:spcBef>
              <a:spcAft>
                <a:spcPts val="0"/>
              </a:spcAft>
            </a:pPr>
            <a:r>
              <a:rPr sz="3200" b="1" i="0">
                <a:solidFill>
                  <a:srgbClr val="FDF9E0"/>
                </a:solidFill>
                <a:latin typeface="Arial"/>
              </a:rPr>
              <a:t>Detect</a:t>
            </a:r>
          </a:p>
        </p:txBody>
      </p:sp>
      <p:sp>
        <p:nvSpPr>
          <p:cNvPr id="154" name="TextBox 153"/>
          <p:cNvSpPr txBox="1"/>
          <p:nvPr/>
        </p:nvSpPr>
        <p:spPr>
          <a:xfrm>
            <a:off x="5554980" y="5349240"/>
            <a:ext cx="3131820" cy="1325880"/>
          </a:xfrm>
          <a:prstGeom prst="rect">
            <a:avLst/>
          </a:prstGeom>
          <a:noFill/>
        </p:spPr>
        <p:txBody>
          <a:bodyPr wrap="square" lIns="0" rIns="0" tIns="0" bIns="0" anchor="t">
            <a:noAutofit/>
          </a:bodyPr>
          <a:lstStyle/>
          <a:p>
            <a:pPr algn="l">
              <a:lnSpc>
                <a:spcPct val="110000"/>
              </a:lnSpc>
              <a:spcBef>
                <a:spcPts val="0"/>
              </a:spcBef>
              <a:spcAft>
                <a:spcPts val="0"/>
              </a:spcAft>
            </a:pPr>
            <a:r>
              <a:rPr sz="2400" b="0" i="0">
                <a:solidFill>
                  <a:srgbClr val="C9C4AC"/>
                </a:solidFill>
                <a:latin typeface="Arial"/>
              </a:rPr>
              <a:t>Crush risk, a person down, or a panicked scatter</a:t>
            </a:r>
          </a:p>
        </p:txBody>
      </p:sp>
      <p:sp>
        <p:nvSpPr>
          <p:cNvPr id="155" name="Feature Dispatch"/>
          <p:cNvSpPr/>
          <p:nvPr/>
        </p:nvSpPr>
        <p:spPr>
          <a:xfrm>
            <a:off x="9281160" y="3977640"/>
            <a:ext cx="3771900" cy="28346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Oval 155"/>
          <p:cNvSpPr/>
          <p:nvPr/>
        </p:nvSpPr>
        <p:spPr>
          <a:xfrm>
            <a:off x="9601200" y="42976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7" name="Picture 156" descr="ambulance-dark.png"/>
          <p:cNvPicPr>
            <a:picLocks noChangeAspect="1"/>
          </p:cNvPicPr>
          <p:nvPr/>
        </p:nvPicPr>
        <p:blipFill>
          <a:blip r:embed="rId13"/>
          <a:stretch>
            <a:fillRect/>
          </a:stretch>
        </p:blipFill>
        <p:spPr>
          <a:xfrm>
            <a:off x="9792310" y="4488790"/>
            <a:ext cx="486461" cy="486461"/>
          </a:xfrm>
          <a:prstGeom prst="rect">
            <a:avLst/>
          </a:prstGeom>
        </p:spPr>
      </p:pic>
      <p:sp>
        <p:nvSpPr>
          <p:cNvPr id="158" name="TextBox 157"/>
          <p:cNvSpPr txBox="1"/>
          <p:nvPr/>
        </p:nvSpPr>
        <p:spPr>
          <a:xfrm>
            <a:off x="10652760" y="4297680"/>
            <a:ext cx="2217420" cy="868680"/>
          </a:xfrm>
          <a:prstGeom prst="rect">
            <a:avLst/>
          </a:prstGeom>
          <a:noFill/>
        </p:spPr>
        <p:txBody>
          <a:bodyPr wrap="square" lIns="0" rIns="0" tIns="0" bIns="0" anchor="ctr">
            <a:noAutofit/>
          </a:bodyPr>
          <a:lstStyle/>
          <a:p>
            <a:pPr algn="l">
              <a:lnSpc>
                <a:spcPct val="100000"/>
              </a:lnSpc>
              <a:spcBef>
                <a:spcPts val="0"/>
              </a:spcBef>
              <a:spcAft>
                <a:spcPts val="0"/>
              </a:spcAft>
            </a:pPr>
            <a:r>
              <a:rPr sz="3200" b="1" i="0">
                <a:solidFill>
                  <a:srgbClr val="FDF9E0"/>
                </a:solidFill>
                <a:latin typeface="Arial"/>
              </a:rPr>
              <a:t>Dispatch</a:t>
            </a:r>
          </a:p>
        </p:txBody>
      </p:sp>
      <p:sp>
        <p:nvSpPr>
          <p:cNvPr id="159" name="TextBox 158"/>
          <p:cNvSpPr txBox="1"/>
          <p:nvPr/>
        </p:nvSpPr>
        <p:spPr>
          <a:xfrm>
            <a:off x="9601200" y="5349240"/>
            <a:ext cx="3131820" cy="1325880"/>
          </a:xfrm>
          <a:prstGeom prst="rect">
            <a:avLst/>
          </a:prstGeom>
          <a:noFill/>
        </p:spPr>
        <p:txBody>
          <a:bodyPr wrap="square" lIns="0" rIns="0" tIns="0" bIns="0" anchor="t">
            <a:noAutofit/>
          </a:bodyPr>
          <a:lstStyle/>
          <a:p>
            <a:pPr algn="l">
              <a:lnSpc>
                <a:spcPct val="110000"/>
              </a:lnSpc>
              <a:spcBef>
                <a:spcPts val="0"/>
              </a:spcBef>
              <a:spcAft>
                <a:spcPts val="0"/>
              </a:spcAft>
            </a:pPr>
            <a:r>
              <a:rPr sz="2400" b="0" i="0">
                <a:solidFill>
                  <a:srgbClr val="C9C4AC"/>
                </a:solidFill>
                <a:latin typeface="Arial"/>
              </a:rPr>
              <a:t>Banshee alerts the nearest help post, escalates after 60 s</a:t>
            </a:r>
          </a:p>
        </p:txBody>
      </p:sp>
      <p:sp>
        <p:nvSpPr>
          <p:cNvPr id="160" name="Feature Redirect"/>
          <p:cNvSpPr/>
          <p:nvPr/>
        </p:nvSpPr>
        <p:spPr>
          <a:xfrm>
            <a:off x="13327380" y="3977640"/>
            <a:ext cx="3771900" cy="283464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Oval 160"/>
          <p:cNvSpPr/>
          <p:nvPr/>
        </p:nvSpPr>
        <p:spPr>
          <a:xfrm>
            <a:off x="13647420" y="4297680"/>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2" name="Picture 161" descr="directions-dark.png"/>
          <p:cNvPicPr>
            <a:picLocks noChangeAspect="1"/>
          </p:cNvPicPr>
          <p:nvPr/>
        </p:nvPicPr>
        <p:blipFill>
          <a:blip r:embed="rId14"/>
          <a:stretch>
            <a:fillRect/>
          </a:stretch>
        </p:blipFill>
        <p:spPr>
          <a:xfrm>
            <a:off x="13838530" y="4488790"/>
            <a:ext cx="486461" cy="486461"/>
          </a:xfrm>
          <a:prstGeom prst="rect">
            <a:avLst/>
          </a:prstGeom>
        </p:spPr>
      </p:pic>
      <p:sp>
        <p:nvSpPr>
          <p:cNvPr id="163" name="TextBox 162"/>
          <p:cNvSpPr txBox="1"/>
          <p:nvPr/>
        </p:nvSpPr>
        <p:spPr>
          <a:xfrm>
            <a:off x="14698980" y="4297680"/>
            <a:ext cx="2217420" cy="868680"/>
          </a:xfrm>
          <a:prstGeom prst="rect">
            <a:avLst/>
          </a:prstGeom>
          <a:noFill/>
        </p:spPr>
        <p:txBody>
          <a:bodyPr wrap="square" lIns="0" rIns="0" tIns="0" bIns="0" anchor="ctr">
            <a:noAutofit/>
          </a:bodyPr>
          <a:lstStyle/>
          <a:p>
            <a:pPr algn="l">
              <a:lnSpc>
                <a:spcPct val="100000"/>
              </a:lnSpc>
              <a:spcBef>
                <a:spcPts val="0"/>
              </a:spcBef>
              <a:spcAft>
                <a:spcPts val="0"/>
              </a:spcAft>
            </a:pPr>
            <a:r>
              <a:rPr sz="3200" b="1" i="0">
                <a:solidFill>
                  <a:srgbClr val="FDF9E0"/>
                </a:solidFill>
                <a:latin typeface="Arial"/>
              </a:rPr>
              <a:t>Redirect</a:t>
            </a:r>
          </a:p>
        </p:txBody>
      </p:sp>
      <p:sp>
        <p:nvSpPr>
          <p:cNvPr id="164" name="TextBox 163"/>
          <p:cNvSpPr txBox="1"/>
          <p:nvPr/>
        </p:nvSpPr>
        <p:spPr>
          <a:xfrm>
            <a:off x="13647420" y="5349240"/>
            <a:ext cx="3131820" cy="1325880"/>
          </a:xfrm>
          <a:prstGeom prst="rect">
            <a:avLst/>
          </a:prstGeom>
          <a:noFill/>
        </p:spPr>
        <p:txBody>
          <a:bodyPr wrap="square" lIns="0" rIns="0" tIns="0" bIns="0" anchor="t">
            <a:noAutofit/>
          </a:bodyPr>
          <a:lstStyle/>
          <a:p>
            <a:pPr algn="l">
              <a:lnSpc>
                <a:spcPct val="110000"/>
              </a:lnSpc>
              <a:spcBef>
                <a:spcPts val="0"/>
              </a:spcBef>
              <a:spcAft>
                <a:spcPts val="0"/>
              </a:spcAft>
            </a:pPr>
            <a:r>
              <a:rPr sz="2400" b="0" i="0">
                <a:solidFill>
                  <a:srgbClr val="C9C4AC"/>
                </a:solidFill>
                <a:latin typeface="Arial"/>
              </a:rPr>
              <a:t>Suggests the gate to open; PA announces in 3 languages</a:t>
            </a:r>
          </a:p>
        </p:txBody>
      </p:sp>
      <p:pic>
        <p:nvPicPr>
          <p:cNvPr id="165" name="Picture 164" descr="shield-orange.png"/>
          <p:cNvPicPr>
            <a:picLocks noChangeAspect="1"/>
          </p:cNvPicPr>
          <p:nvPr/>
        </p:nvPicPr>
        <p:blipFill>
          <a:blip r:embed="rId15"/>
          <a:stretch>
            <a:fillRect/>
          </a:stretch>
        </p:blipFill>
        <p:spPr>
          <a:xfrm>
            <a:off x="1188720" y="7104888"/>
            <a:ext cx="384048" cy="384048"/>
          </a:xfrm>
          <a:prstGeom prst="rect">
            <a:avLst/>
          </a:prstGeom>
        </p:spPr>
      </p:pic>
      <p:sp>
        <p:nvSpPr>
          <p:cNvPr id="166" name="TextBox 165"/>
          <p:cNvSpPr txBox="1"/>
          <p:nvPr/>
        </p:nvSpPr>
        <p:spPr>
          <a:xfrm>
            <a:off x="1737360" y="7068312"/>
            <a:ext cx="15361920" cy="457200"/>
          </a:xfrm>
          <a:prstGeom prst="rect">
            <a:avLst/>
          </a:prstGeom>
          <a:noFill/>
        </p:spPr>
        <p:txBody>
          <a:bodyPr wrap="square" lIns="0" rIns="0" tIns="0" bIns="0" anchor="ctr">
            <a:noAutofit/>
          </a:bodyPr>
          <a:lstStyle/>
          <a:p>
            <a:pPr algn="l">
              <a:lnSpc>
                <a:spcPct val="100000"/>
              </a:lnSpc>
              <a:spcBef>
                <a:spcPts val="0"/>
              </a:spcBef>
              <a:spcAft>
                <a:spcPts val="0"/>
              </a:spcAft>
            </a:pPr>
            <a:r>
              <a:rPr sz="2400" b="1" i="0">
                <a:solidFill>
                  <a:srgbClr val="FF9A1F"/>
                </a:solidFill>
                <a:latin typeface="Arial"/>
              </a:rPr>
              <a:t>Private by design:  </a:t>
            </a:r>
            <a:r>
              <a:rPr sz="2400" b="0" i="0">
                <a:solidFill>
                  <a:srgbClr val="FDF9E0"/>
                </a:solidFill>
                <a:latin typeface="Arial"/>
              </a:rPr>
              <a:t>faces are blurred on screen and only counts are stored, never identities</a:t>
            </a:r>
          </a:p>
        </p:txBody>
      </p:sp>
      <p:pic>
        <p:nvPicPr>
          <p:cNvPr id="167" name="Picture 166" descr="map-orange.png"/>
          <p:cNvPicPr>
            <a:picLocks noChangeAspect="1"/>
          </p:cNvPicPr>
          <p:nvPr/>
        </p:nvPicPr>
        <p:blipFill>
          <a:blip r:embed="rId16"/>
          <a:stretch>
            <a:fillRect/>
          </a:stretch>
        </p:blipFill>
        <p:spPr>
          <a:xfrm>
            <a:off x="1225296" y="7653528"/>
            <a:ext cx="310896" cy="384048"/>
          </a:xfrm>
          <a:prstGeom prst="rect">
            <a:avLst/>
          </a:prstGeom>
        </p:spPr>
      </p:pic>
      <p:sp>
        <p:nvSpPr>
          <p:cNvPr id="168" name="TextBox 167"/>
          <p:cNvSpPr txBox="1"/>
          <p:nvPr/>
        </p:nvSpPr>
        <p:spPr>
          <a:xfrm>
            <a:off x="1737360" y="7616952"/>
            <a:ext cx="15361920" cy="457200"/>
          </a:xfrm>
          <a:prstGeom prst="rect">
            <a:avLst/>
          </a:prstGeom>
          <a:noFill/>
        </p:spPr>
        <p:txBody>
          <a:bodyPr wrap="square" lIns="0" rIns="0" tIns="0" bIns="0" anchor="ctr">
            <a:noAutofit/>
          </a:bodyPr>
          <a:lstStyle/>
          <a:p>
            <a:pPr algn="l">
              <a:lnSpc>
                <a:spcPct val="100000"/>
              </a:lnSpc>
              <a:spcBef>
                <a:spcPts val="0"/>
              </a:spcBef>
              <a:spcAft>
                <a:spcPts val="0"/>
              </a:spcAft>
            </a:pPr>
            <a:r>
              <a:rPr sz="2400" b="1" i="0">
                <a:solidFill>
                  <a:srgbClr val="FF9A1F"/>
                </a:solidFill>
                <a:latin typeface="Arial"/>
              </a:rPr>
              <a:t>Built for:  </a:t>
            </a:r>
            <a:r>
              <a:rPr sz="2400" b="0" i="0">
                <a:solidFill>
                  <a:srgbClr val="FDF9E0"/>
                </a:solidFill>
                <a:latin typeface="Arial"/>
              </a:rPr>
              <a:t>stadiums  ·  concerts  ·  temples and festivals  ·  railway stations  ·  college fests</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54"/>
        </a:solidFill>
      </p:bgPr>
    </p:bg>
    <p:spTree>
      <p:nvGrpSpPr>
        <p:cNvPr id="144" name="Shape 144"/>
        <p:cNvGrpSpPr/>
        <p:nvPr/>
      </p:nvGrpSpPr>
      <p:grpSpPr>
        <a:xfrm>
          <a:off x="0" y="0"/>
          <a:ext cx="0" cy="0"/>
          <a:chOff x="0" y="0"/>
          <a:chExt cx="0" cy="0"/>
        </a:xfrm>
      </p:grpSpPr>
      <p:sp>
        <p:nvSpPr>
          <p:cNvPr id="145" name="Google Shape;145;p6"/>
          <p:cNvSpPr/>
          <p:nvPr/>
        </p:nvSpPr>
        <p:spPr>
          <a:xfrm>
            <a:off x="-952474" y="-1050044"/>
            <a:ext cx="3962348" cy="376423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6" name="Google Shape;146;p6"/>
          <p:cNvSpPr/>
          <p:nvPr/>
        </p:nvSpPr>
        <p:spPr>
          <a:xfrm flipH="1">
            <a:off x="14994729" y="-1414325"/>
            <a:ext cx="4345800" cy="412851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47" name="Google Shape;147;p6"/>
          <p:cNvGrpSpPr/>
          <p:nvPr/>
        </p:nvGrpSpPr>
        <p:grpSpPr>
          <a:xfrm>
            <a:off x="2368788" y="8390623"/>
            <a:ext cx="13550424" cy="2179108"/>
            <a:chOff x="0" y="-1"/>
            <a:chExt cx="13550423" cy="2179107"/>
          </a:xfrm>
        </p:grpSpPr>
        <p:sp>
          <p:nvSpPr>
            <p:cNvPr id="148" name="Google Shape;148;p6"/>
            <p:cNvSpPr/>
            <p:nvPr/>
          </p:nvSpPr>
          <p:spPr>
            <a:xfrm>
              <a:off x="5245398"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9" name="Google Shape;149;p6"/>
            <p:cNvSpPr/>
            <p:nvPr/>
          </p:nvSpPr>
          <p:spPr>
            <a:xfrm>
              <a:off x="0" y="81605"/>
              <a:ext cx="5483874" cy="19467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0" name="Google Shape;150;p6"/>
            <p:cNvSpPr/>
            <p:nvPr/>
          </p:nvSpPr>
          <p:spPr>
            <a:xfrm flipH="1">
              <a:off x="8066548" y="-1"/>
              <a:ext cx="5483875" cy="1946776"/>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1" name="Google Shape;151;p6"/>
            <p:cNvSpPr/>
            <p:nvPr/>
          </p:nvSpPr>
          <p:spPr>
            <a:xfrm>
              <a:off x="7299044"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2" name="Google Shape;152;p6"/>
            <p:cNvSpPr/>
            <p:nvPr/>
          </p:nvSpPr>
          <p:spPr>
            <a:xfrm>
              <a:off x="6124173" y="676405"/>
              <a:ext cx="1412540" cy="1502701"/>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53" name="Google Shape;153;p6"/>
          <p:cNvSpPr/>
          <p:nvPr/>
        </p:nvSpPr>
        <p:spPr>
          <a:xfrm>
            <a:off x="15745635" y="8842916"/>
            <a:ext cx="3594895"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4" name="Google Shape;154;p6"/>
          <p:cNvSpPr/>
          <p:nvPr/>
        </p:nvSpPr>
        <p:spPr>
          <a:xfrm>
            <a:off x="-585022" y="8842916"/>
            <a:ext cx="3594896"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55" name="Google Shape;155;p6"/>
          <p:cNvGrpSpPr/>
          <p:nvPr/>
        </p:nvGrpSpPr>
        <p:grpSpPr>
          <a:xfrm>
            <a:off x="3021811" y="-721025"/>
            <a:ext cx="12244379" cy="2314415"/>
            <a:chOff x="-1" y="-409736"/>
            <a:chExt cx="12244377" cy="2314414"/>
          </a:xfrm>
        </p:grpSpPr>
        <p:sp>
          <p:nvSpPr>
            <p:cNvPr id="156" name="Google Shape;156;p6"/>
            <p:cNvSpPr/>
            <p:nvPr/>
          </p:nvSpPr>
          <p:spPr>
            <a:xfrm>
              <a:off x="9442894" y="0"/>
              <a:ext cx="2801482" cy="1494942"/>
            </a:xfrm>
            <a:prstGeom prst="rect">
              <a:avLst/>
            </a:prstGeom>
            <a:blipFill rotWithShape="1">
              <a:blip r:embed="rId7">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7" name="Google Shape;157;p6"/>
            <p:cNvSpPr/>
            <p:nvPr/>
          </p:nvSpPr>
          <p:spPr>
            <a:xfrm>
              <a:off x="4961215" y="-409736"/>
              <a:ext cx="2243459" cy="2314414"/>
            </a:xfrm>
            <a:prstGeom prst="rect">
              <a:avLst/>
            </a:prstGeom>
            <a:blipFill rotWithShape="1">
              <a:blip r:embed="rId8">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58" name="Google Shape;158;p6"/>
            <p:cNvSpPr/>
            <p:nvPr/>
          </p:nvSpPr>
          <p:spPr>
            <a:xfrm>
              <a:off x="-1" y="280132"/>
              <a:ext cx="1939145" cy="823772"/>
            </a:xfrm>
            <a:prstGeom prst="rect">
              <a:avLst/>
            </a:prstGeom>
            <a:blipFill rotWithShape="1">
              <a:blip r:embed="rId9">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59" name="Title"/>
          <p:cNvSpPr txBox="1"/>
          <p:nvPr/>
        </p:nvSpPr>
        <p:spPr>
          <a:xfrm>
            <a:off x="2286000" y="1024128"/>
            <a:ext cx="137160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DF9E0"/>
              </a:buClr>
              <a:buSzPts val="5000"/>
              <a:buFont typeface="Arial"/>
              <a:buNone/>
            </a:pPr>
            <a:r>
              <a:rPr b="1" i="0" lang="en-US" sz="5600" u="none" cap="none" strike="noStrike">
                <a:solidFill>
                  <a:srgbClr val="FDF9E0"/>
                </a:solidFill>
                <a:latin typeface="Arial"/>
                <a:ea typeface="Arial"/>
                <a:cs typeface="Arial"/>
                <a:sym typeface="Arial"/>
              </a:rPr>
              <a:t>Proposed Solution</a:t>
            </a:r>
            <a:endParaRPr/>
          </a:p>
        </p:txBody>
      </p:sp>
      <p:sp>
        <p:nvSpPr>
          <p:cNvPr id="160" name="Step 1"/>
          <p:cNvSpPr/>
          <p:nvPr/>
        </p:nvSpPr>
        <p:spPr>
          <a:xfrm>
            <a:off x="1188720"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Oval 160"/>
          <p:cNvSpPr/>
          <p:nvPr/>
        </p:nvSpPr>
        <p:spPr>
          <a:xfrm>
            <a:off x="2144268"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2" name="Picture 161" descr="video-dark.png"/>
          <p:cNvPicPr>
            <a:picLocks noChangeAspect="1"/>
          </p:cNvPicPr>
          <p:nvPr/>
        </p:nvPicPr>
        <p:blipFill>
          <a:blip r:embed="rId10"/>
          <a:stretch>
            <a:fillRect/>
          </a:stretch>
        </p:blipFill>
        <p:spPr>
          <a:xfrm>
            <a:off x="2335378" y="2824582"/>
            <a:ext cx="486461" cy="486461"/>
          </a:xfrm>
          <a:prstGeom prst="rect">
            <a:avLst/>
          </a:prstGeom>
        </p:spPr>
      </p:pic>
      <p:sp>
        <p:nvSpPr>
          <p:cNvPr id="163" name="TextBox 162"/>
          <p:cNvSpPr txBox="1"/>
          <p:nvPr/>
        </p:nvSpPr>
        <p:spPr>
          <a:xfrm>
            <a:off x="1371600" y="3611880"/>
            <a:ext cx="2414016" cy="45720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FDF9E0"/>
                </a:solidFill>
                <a:latin typeface="Arial"/>
              </a:rPr>
              <a:t>1  Capture</a:t>
            </a:r>
          </a:p>
        </p:txBody>
      </p:sp>
      <p:sp>
        <p:nvSpPr>
          <p:cNvPr id="164" name="TextBox 163"/>
          <p:cNvSpPr txBox="1"/>
          <p:nvPr/>
        </p:nvSpPr>
        <p:spPr>
          <a:xfrm>
            <a:off x="1417320" y="4160520"/>
            <a:ext cx="2322576" cy="1143000"/>
          </a:xfrm>
          <a:prstGeom prst="rect">
            <a:avLst/>
          </a:prstGeom>
          <a:noFill/>
        </p:spPr>
        <p:txBody>
          <a:bodyPr wrap="square" lIns="0" rIns="0" tIns="0" bIns="0" anchor="t">
            <a:noAutofit/>
          </a:bodyPr>
          <a:lstStyle/>
          <a:p>
            <a:pPr algn="ctr">
              <a:lnSpc>
                <a:spcPct val="108000"/>
              </a:lnSpc>
              <a:spcBef>
                <a:spcPts val="0"/>
              </a:spcBef>
              <a:spcAft>
                <a:spcPts val="0"/>
              </a:spcAft>
            </a:pPr>
            <a:r>
              <a:rPr sz="2100" b="0" i="0">
                <a:solidFill>
                  <a:srgbClr val="C9C4AC"/>
                </a:solidFill>
                <a:latin typeface="Arial"/>
              </a:rPr>
              <a:t>Live CCTV or phone video, faces blurred</a:t>
            </a:r>
          </a:p>
        </p:txBody>
      </p:sp>
      <p:cxnSp>
        <p:nvCxnSpPr>
          <p:cNvPr id="165" name="Connector 164"/>
          <p:cNvCxnSpPr/>
          <p:nvPr/>
        </p:nvCxnSpPr>
        <p:spPr>
          <a:xfrm>
            <a:off x="4041648" y="3886200"/>
            <a:ext cx="356616" cy="0"/>
          </a:xfrm>
          <a:prstGeom prst="line">
            <a:avLst/>
          </a:prstGeom>
          <a:ln w="38100">
            <a:solidFill>
              <a:srgbClr val="FF9A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6" name="Step 2"/>
          <p:cNvSpPr/>
          <p:nvPr/>
        </p:nvSpPr>
        <p:spPr>
          <a:xfrm>
            <a:off x="4471416"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Oval 166"/>
          <p:cNvSpPr/>
          <p:nvPr/>
        </p:nvSpPr>
        <p:spPr>
          <a:xfrm>
            <a:off x="5426964"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8" name="Picture 167" descr="brain-dark.png"/>
          <p:cNvPicPr>
            <a:picLocks noChangeAspect="1"/>
          </p:cNvPicPr>
          <p:nvPr/>
        </p:nvPicPr>
        <p:blipFill>
          <a:blip r:embed="rId11"/>
          <a:stretch>
            <a:fillRect/>
          </a:stretch>
        </p:blipFill>
        <p:spPr>
          <a:xfrm>
            <a:off x="5618074" y="2824582"/>
            <a:ext cx="486461" cy="486461"/>
          </a:xfrm>
          <a:prstGeom prst="rect">
            <a:avLst/>
          </a:prstGeom>
        </p:spPr>
      </p:pic>
      <p:sp>
        <p:nvSpPr>
          <p:cNvPr id="169" name="TextBox 168"/>
          <p:cNvSpPr txBox="1"/>
          <p:nvPr/>
        </p:nvSpPr>
        <p:spPr>
          <a:xfrm>
            <a:off x="4654296" y="3611880"/>
            <a:ext cx="2414016" cy="45720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FDF9E0"/>
                </a:solidFill>
                <a:latin typeface="Arial"/>
              </a:rPr>
              <a:t>2  Count</a:t>
            </a:r>
          </a:p>
        </p:txBody>
      </p:sp>
      <p:sp>
        <p:nvSpPr>
          <p:cNvPr id="170" name="TextBox 169"/>
          <p:cNvSpPr txBox="1"/>
          <p:nvPr/>
        </p:nvSpPr>
        <p:spPr>
          <a:xfrm>
            <a:off x="4700016" y="4160520"/>
            <a:ext cx="2322576" cy="1143000"/>
          </a:xfrm>
          <a:prstGeom prst="rect">
            <a:avLst/>
          </a:prstGeom>
          <a:noFill/>
        </p:spPr>
        <p:txBody>
          <a:bodyPr wrap="square" lIns="0" rIns="0" tIns="0" bIns="0" anchor="t">
            <a:noAutofit/>
          </a:bodyPr>
          <a:lstStyle/>
          <a:p>
            <a:pPr algn="ctr">
              <a:lnSpc>
                <a:spcPct val="108000"/>
              </a:lnSpc>
              <a:spcBef>
                <a:spcPts val="0"/>
              </a:spcBef>
              <a:spcAft>
                <a:spcPts val="0"/>
              </a:spcAft>
            </a:pPr>
            <a:r>
              <a:rPr sz="2100" b="0" i="0">
                <a:solidFill>
                  <a:srgbClr val="C9C4AC"/>
                </a:solidFill>
                <a:latin typeface="Arial"/>
              </a:rPr>
              <a:t>YOLO if sparse, CSRNet if packed</a:t>
            </a:r>
          </a:p>
        </p:txBody>
      </p:sp>
      <p:cxnSp>
        <p:nvCxnSpPr>
          <p:cNvPr id="171" name="Connector 170"/>
          <p:cNvCxnSpPr/>
          <p:nvPr/>
        </p:nvCxnSpPr>
        <p:spPr>
          <a:xfrm>
            <a:off x="7324344" y="3886200"/>
            <a:ext cx="356616" cy="0"/>
          </a:xfrm>
          <a:prstGeom prst="line">
            <a:avLst/>
          </a:prstGeom>
          <a:ln w="38100">
            <a:solidFill>
              <a:srgbClr val="FF9A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2" name="Step 3"/>
          <p:cNvSpPr/>
          <p:nvPr/>
        </p:nvSpPr>
        <p:spPr>
          <a:xfrm>
            <a:off x="7754112"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Oval 172"/>
          <p:cNvSpPr/>
          <p:nvPr/>
        </p:nvSpPr>
        <p:spPr>
          <a:xfrm>
            <a:off x="8709660"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4" name="Picture 173" descr="chart-dark.png"/>
          <p:cNvPicPr>
            <a:picLocks noChangeAspect="1"/>
          </p:cNvPicPr>
          <p:nvPr/>
        </p:nvPicPr>
        <p:blipFill>
          <a:blip r:embed="rId12"/>
          <a:stretch>
            <a:fillRect/>
          </a:stretch>
        </p:blipFill>
        <p:spPr>
          <a:xfrm>
            <a:off x="8900770" y="2824582"/>
            <a:ext cx="486461" cy="486461"/>
          </a:xfrm>
          <a:prstGeom prst="rect">
            <a:avLst/>
          </a:prstGeom>
        </p:spPr>
      </p:pic>
      <p:sp>
        <p:nvSpPr>
          <p:cNvPr id="175" name="TextBox 174"/>
          <p:cNvSpPr txBox="1"/>
          <p:nvPr/>
        </p:nvSpPr>
        <p:spPr>
          <a:xfrm>
            <a:off x="7936992" y="3611880"/>
            <a:ext cx="2414016" cy="45720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FDF9E0"/>
                </a:solidFill>
                <a:latin typeface="Arial"/>
              </a:rPr>
              <a:t>3  Predict</a:t>
            </a:r>
          </a:p>
        </p:txBody>
      </p:sp>
      <p:sp>
        <p:nvSpPr>
          <p:cNvPr id="176" name="TextBox 175"/>
          <p:cNvSpPr txBox="1"/>
          <p:nvPr/>
        </p:nvSpPr>
        <p:spPr>
          <a:xfrm>
            <a:off x="7982712" y="4160520"/>
            <a:ext cx="2322576" cy="1143000"/>
          </a:xfrm>
          <a:prstGeom prst="rect">
            <a:avLst/>
          </a:prstGeom>
          <a:noFill/>
        </p:spPr>
        <p:txBody>
          <a:bodyPr wrap="square" lIns="0" rIns="0" tIns="0" bIns="0" anchor="t">
            <a:noAutofit/>
          </a:bodyPr>
          <a:lstStyle/>
          <a:p>
            <a:pPr algn="ctr">
              <a:lnSpc>
                <a:spcPct val="108000"/>
              </a:lnSpc>
              <a:spcBef>
                <a:spcPts val="0"/>
              </a:spcBef>
              <a:spcAft>
                <a:spcPts val="0"/>
              </a:spcAft>
            </a:pPr>
            <a:r>
              <a:rPr sz="2100" b="0" i="0">
                <a:solidFill>
                  <a:srgbClr val="C9C4AC"/>
                </a:solidFill>
                <a:latin typeface="Arial"/>
              </a:rPr>
              <a:t>People per m² + minutes to critical</a:t>
            </a:r>
          </a:p>
        </p:txBody>
      </p:sp>
      <p:cxnSp>
        <p:nvCxnSpPr>
          <p:cNvPr id="177" name="Connector 176"/>
          <p:cNvCxnSpPr/>
          <p:nvPr/>
        </p:nvCxnSpPr>
        <p:spPr>
          <a:xfrm>
            <a:off x="10607040" y="3886200"/>
            <a:ext cx="356616" cy="0"/>
          </a:xfrm>
          <a:prstGeom prst="line">
            <a:avLst/>
          </a:prstGeom>
          <a:ln w="38100">
            <a:solidFill>
              <a:srgbClr val="FF9A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8" name="Step 4"/>
          <p:cNvSpPr/>
          <p:nvPr/>
        </p:nvSpPr>
        <p:spPr>
          <a:xfrm>
            <a:off x="11036808"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Oval 178"/>
          <p:cNvSpPr/>
          <p:nvPr/>
        </p:nvSpPr>
        <p:spPr>
          <a:xfrm>
            <a:off x="11992356"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0" name="Picture 179" descr="wind-dark.png"/>
          <p:cNvPicPr>
            <a:picLocks noChangeAspect="1"/>
          </p:cNvPicPr>
          <p:nvPr/>
        </p:nvPicPr>
        <p:blipFill>
          <a:blip r:embed="rId13"/>
          <a:stretch>
            <a:fillRect/>
          </a:stretch>
        </p:blipFill>
        <p:spPr>
          <a:xfrm>
            <a:off x="12183466" y="2824582"/>
            <a:ext cx="486461" cy="486461"/>
          </a:xfrm>
          <a:prstGeom prst="rect">
            <a:avLst/>
          </a:prstGeom>
        </p:spPr>
      </p:pic>
      <p:sp>
        <p:nvSpPr>
          <p:cNvPr id="181" name="TextBox 180"/>
          <p:cNvSpPr txBox="1"/>
          <p:nvPr/>
        </p:nvSpPr>
        <p:spPr>
          <a:xfrm>
            <a:off x="11219688" y="3611880"/>
            <a:ext cx="2414016" cy="45720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FDF9E0"/>
                </a:solidFill>
                <a:latin typeface="Arial"/>
              </a:rPr>
              <a:t>4  Detect</a:t>
            </a:r>
          </a:p>
        </p:txBody>
      </p:sp>
      <p:sp>
        <p:nvSpPr>
          <p:cNvPr id="182" name="TextBox 181"/>
          <p:cNvSpPr txBox="1"/>
          <p:nvPr/>
        </p:nvSpPr>
        <p:spPr>
          <a:xfrm>
            <a:off x="11265408" y="4160520"/>
            <a:ext cx="2322576" cy="1143000"/>
          </a:xfrm>
          <a:prstGeom prst="rect">
            <a:avLst/>
          </a:prstGeom>
          <a:noFill/>
        </p:spPr>
        <p:txBody>
          <a:bodyPr wrap="square" lIns="0" rIns="0" tIns="0" bIns="0" anchor="t">
            <a:noAutofit/>
          </a:bodyPr>
          <a:lstStyle/>
          <a:p>
            <a:pPr algn="ctr">
              <a:lnSpc>
                <a:spcPct val="108000"/>
              </a:lnSpc>
              <a:spcBef>
                <a:spcPts val="0"/>
              </a:spcBef>
              <a:spcAft>
                <a:spcPts val="0"/>
              </a:spcAft>
            </a:pPr>
            <a:r>
              <a:rPr sz="2100" b="0" i="0">
                <a:solidFill>
                  <a:srgbClr val="C9C4AC"/>
                </a:solidFill>
                <a:latin typeface="Arial"/>
              </a:rPr>
              <a:t>Surges and scatter (optical flow), falls (pose)</a:t>
            </a:r>
          </a:p>
        </p:txBody>
      </p:sp>
      <p:cxnSp>
        <p:nvCxnSpPr>
          <p:cNvPr id="183" name="Connector 182"/>
          <p:cNvCxnSpPr/>
          <p:nvPr/>
        </p:nvCxnSpPr>
        <p:spPr>
          <a:xfrm>
            <a:off x="13889736" y="3886200"/>
            <a:ext cx="356616" cy="0"/>
          </a:xfrm>
          <a:prstGeom prst="line">
            <a:avLst/>
          </a:prstGeom>
          <a:ln w="38100">
            <a:solidFill>
              <a:srgbClr val="FF9A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4" name="Step 5"/>
          <p:cNvSpPr/>
          <p:nvPr/>
        </p:nvSpPr>
        <p:spPr>
          <a:xfrm>
            <a:off x="14319504" y="2377440"/>
            <a:ext cx="2779776" cy="301752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5" name="Oval 184"/>
          <p:cNvSpPr/>
          <p:nvPr/>
        </p:nvSpPr>
        <p:spPr>
          <a:xfrm>
            <a:off x="15275052" y="2633472"/>
            <a:ext cx="868680" cy="86868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6" name="Picture 185" descr="ambulance-dark.png"/>
          <p:cNvPicPr>
            <a:picLocks noChangeAspect="1"/>
          </p:cNvPicPr>
          <p:nvPr/>
        </p:nvPicPr>
        <p:blipFill>
          <a:blip r:embed="rId14"/>
          <a:stretch>
            <a:fillRect/>
          </a:stretch>
        </p:blipFill>
        <p:spPr>
          <a:xfrm>
            <a:off x="15466162" y="2824582"/>
            <a:ext cx="486461" cy="486461"/>
          </a:xfrm>
          <a:prstGeom prst="rect">
            <a:avLst/>
          </a:prstGeom>
        </p:spPr>
      </p:pic>
      <p:sp>
        <p:nvSpPr>
          <p:cNvPr id="187" name="TextBox 186"/>
          <p:cNvSpPr txBox="1"/>
          <p:nvPr/>
        </p:nvSpPr>
        <p:spPr>
          <a:xfrm>
            <a:off x="14502384" y="3611880"/>
            <a:ext cx="2414016" cy="457200"/>
          </a:xfrm>
          <a:prstGeom prst="rect">
            <a:avLst/>
          </a:prstGeom>
          <a:noFill/>
        </p:spPr>
        <p:txBody>
          <a:bodyPr wrap="square" lIns="0" rIns="0" tIns="0" bIns="0" anchor="ctr">
            <a:noAutofit/>
          </a:bodyPr>
          <a:lstStyle/>
          <a:p>
            <a:pPr algn="ctr">
              <a:lnSpc>
                <a:spcPct val="100000"/>
              </a:lnSpc>
              <a:spcBef>
                <a:spcPts val="0"/>
              </a:spcBef>
              <a:spcAft>
                <a:spcPts val="0"/>
              </a:spcAft>
            </a:pPr>
            <a:r>
              <a:rPr sz="2600" b="1" i="0">
                <a:solidFill>
                  <a:srgbClr val="FDF9E0"/>
                </a:solidFill>
                <a:latin typeface="Arial"/>
              </a:rPr>
              <a:t>5  Respond</a:t>
            </a:r>
          </a:p>
        </p:txBody>
      </p:sp>
      <p:sp>
        <p:nvSpPr>
          <p:cNvPr id="188" name="TextBox 187"/>
          <p:cNvSpPr txBox="1"/>
          <p:nvPr/>
        </p:nvSpPr>
        <p:spPr>
          <a:xfrm>
            <a:off x="14548104" y="4160520"/>
            <a:ext cx="2322576" cy="1143000"/>
          </a:xfrm>
          <a:prstGeom prst="rect">
            <a:avLst/>
          </a:prstGeom>
          <a:noFill/>
        </p:spPr>
        <p:txBody>
          <a:bodyPr wrap="square" lIns="0" rIns="0" tIns="0" bIns="0" anchor="t">
            <a:noAutofit/>
          </a:bodyPr>
          <a:lstStyle/>
          <a:p>
            <a:pPr algn="ctr">
              <a:lnSpc>
                <a:spcPct val="108000"/>
              </a:lnSpc>
              <a:spcBef>
                <a:spcPts val="0"/>
              </a:spcBef>
              <a:spcAft>
                <a:spcPts val="0"/>
              </a:spcAft>
            </a:pPr>
            <a:r>
              <a:rPr sz="2100" b="0" i="0">
                <a:solidFill>
                  <a:srgbClr val="C9C4AC"/>
                </a:solidFill>
                <a:latin typeface="Arial"/>
              </a:rPr>
              <a:t>Nearest help post, gate advice, PA</a:t>
            </a:r>
          </a:p>
        </p:txBody>
      </p:sp>
      <p:sp>
        <p:nvSpPr>
          <p:cNvPr id="189" name="Risk levels"/>
          <p:cNvSpPr/>
          <p:nvPr/>
        </p:nvSpPr>
        <p:spPr>
          <a:xfrm>
            <a:off x="1188720" y="5669280"/>
            <a:ext cx="9326880" cy="246888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0" name="TextBox 189"/>
          <p:cNvSpPr txBox="1"/>
          <p:nvPr/>
        </p:nvSpPr>
        <p:spPr>
          <a:xfrm>
            <a:off x="1508760" y="5870448"/>
            <a:ext cx="8686800" cy="457200"/>
          </a:xfrm>
          <a:prstGeom prst="rect">
            <a:avLst/>
          </a:prstGeom>
          <a:noFill/>
        </p:spPr>
        <p:txBody>
          <a:bodyPr wrap="square" lIns="0" rIns="0" tIns="0" bIns="0" anchor="ctr">
            <a:noAutofit/>
          </a:bodyPr>
          <a:lstStyle/>
          <a:p>
            <a:pPr algn="l">
              <a:lnSpc>
                <a:spcPct val="100000"/>
              </a:lnSpc>
              <a:spcBef>
                <a:spcPts val="0"/>
              </a:spcBef>
              <a:spcAft>
                <a:spcPts val="0"/>
              </a:spcAft>
            </a:pPr>
            <a:r>
              <a:rPr sz="2700" b="1" i="0">
                <a:solidFill>
                  <a:srgbClr val="FF9A1F"/>
                </a:solidFill>
                <a:latin typeface="Arial"/>
              </a:rPr>
              <a:t>Risk levels per zone</a:t>
            </a:r>
          </a:p>
        </p:txBody>
      </p:sp>
      <p:sp>
        <p:nvSpPr>
          <p:cNvPr id="191" name="Level SAFE"/>
          <p:cNvSpPr/>
          <p:nvPr/>
        </p:nvSpPr>
        <p:spPr>
          <a:xfrm>
            <a:off x="1508760" y="6446520"/>
            <a:ext cx="2773680" cy="960120"/>
          </a:xfrm>
          <a:prstGeom prst="roundRect">
            <a:avLst>
              <a:gd name="adj" fmla="val 6000"/>
            </a:avLst>
          </a:prstGeom>
          <a:solidFill>
            <a:srgbClr val="2C2C2C"/>
          </a:solidFill>
          <a:ln w="31750">
            <a:solidFill>
              <a:srgbClr val="5BD1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TextBox 191"/>
          <p:cNvSpPr txBox="1"/>
          <p:nvPr/>
        </p:nvSpPr>
        <p:spPr>
          <a:xfrm>
            <a:off x="1691640" y="6519672"/>
            <a:ext cx="2407920" cy="384048"/>
          </a:xfrm>
          <a:prstGeom prst="rect">
            <a:avLst/>
          </a:prstGeom>
          <a:noFill/>
        </p:spPr>
        <p:txBody>
          <a:bodyPr wrap="square" lIns="0" rIns="0" tIns="0" bIns="0" anchor="ctr">
            <a:noAutofit/>
          </a:bodyPr>
          <a:lstStyle/>
          <a:p>
            <a:pPr algn="l">
              <a:lnSpc>
                <a:spcPct val="100000"/>
              </a:lnSpc>
              <a:spcBef>
                <a:spcPts val="0"/>
              </a:spcBef>
              <a:spcAft>
                <a:spcPts val="0"/>
              </a:spcAft>
            </a:pPr>
            <a:r>
              <a:rPr sz="2300" b="1" i="0">
                <a:solidFill>
                  <a:srgbClr val="5BD18B"/>
                </a:solidFill>
                <a:latin typeface="Arial"/>
              </a:rPr>
              <a:t>SAFE</a:t>
            </a:r>
          </a:p>
        </p:txBody>
      </p:sp>
      <p:sp>
        <p:nvSpPr>
          <p:cNvPr id="193" name="TextBox 192"/>
          <p:cNvSpPr txBox="1"/>
          <p:nvPr/>
        </p:nvSpPr>
        <p:spPr>
          <a:xfrm>
            <a:off x="1691640" y="6931152"/>
            <a:ext cx="2407920" cy="384048"/>
          </a:xfrm>
          <a:prstGeom prst="rect">
            <a:avLst/>
          </a:prstGeom>
          <a:noFill/>
        </p:spPr>
        <p:txBody>
          <a:bodyPr wrap="square" lIns="0" rIns="0" tIns="0" bIns="0" anchor="ctr">
            <a:noAutofit/>
          </a:bodyPr>
          <a:lstStyle/>
          <a:p>
            <a:pPr algn="l">
              <a:lnSpc>
                <a:spcPct val="100000"/>
              </a:lnSpc>
              <a:spcBef>
                <a:spcPts val="0"/>
              </a:spcBef>
              <a:spcAft>
                <a:spcPts val="0"/>
              </a:spcAft>
            </a:pPr>
            <a:r>
              <a:rPr sz="2000" b="0" i="0">
                <a:solidFill>
                  <a:srgbClr val="FDF9E0"/>
                </a:solidFill>
                <a:latin typeface="Arial"/>
              </a:rPr>
              <a:t>under 4 /m²</a:t>
            </a:r>
          </a:p>
        </p:txBody>
      </p:sp>
      <p:sp>
        <p:nvSpPr>
          <p:cNvPr id="194" name="Level WARNING"/>
          <p:cNvSpPr/>
          <p:nvPr/>
        </p:nvSpPr>
        <p:spPr>
          <a:xfrm>
            <a:off x="4465320" y="6446520"/>
            <a:ext cx="2773680" cy="960120"/>
          </a:xfrm>
          <a:prstGeom prst="roundRect">
            <a:avLst>
              <a:gd name="adj" fmla="val 6000"/>
            </a:avLst>
          </a:prstGeom>
          <a:solidFill>
            <a:srgbClr val="2C2C2C"/>
          </a:solidFill>
          <a:ln w="31750">
            <a:solidFill>
              <a:srgbClr val="FFC2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5" name="TextBox 194"/>
          <p:cNvSpPr txBox="1"/>
          <p:nvPr/>
        </p:nvSpPr>
        <p:spPr>
          <a:xfrm>
            <a:off x="4648200" y="6519672"/>
            <a:ext cx="2407920" cy="384048"/>
          </a:xfrm>
          <a:prstGeom prst="rect">
            <a:avLst/>
          </a:prstGeom>
          <a:noFill/>
        </p:spPr>
        <p:txBody>
          <a:bodyPr wrap="square" lIns="0" rIns="0" tIns="0" bIns="0" anchor="ctr">
            <a:noAutofit/>
          </a:bodyPr>
          <a:lstStyle/>
          <a:p>
            <a:pPr algn="l">
              <a:lnSpc>
                <a:spcPct val="100000"/>
              </a:lnSpc>
              <a:spcBef>
                <a:spcPts val="0"/>
              </a:spcBef>
              <a:spcAft>
                <a:spcPts val="0"/>
              </a:spcAft>
            </a:pPr>
            <a:r>
              <a:rPr sz="2300" b="1" i="0">
                <a:solidFill>
                  <a:srgbClr val="FFC23D"/>
                </a:solidFill>
                <a:latin typeface="Arial"/>
              </a:rPr>
              <a:t>WARNING</a:t>
            </a:r>
          </a:p>
        </p:txBody>
      </p:sp>
      <p:sp>
        <p:nvSpPr>
          <p:cNvPr id="196" name="TextBox 195"/>
          <p:cNvSpPr txBox="1"/>
          <p:nvPr/>
        </p:nvSpPr>
        <p:spPr>
          <a:xfrm>
            <a:off x="4648200" y="6931152"/>
            <a:ext cx="2407920" cy="384048"/>
          </a:xfrm>
          <a:prstGeom prst="rect">
            <a:avLst/>
          </a:prstGeom>
          <a:noFill/>
        </p:spPr>
        <p:txBody>
          <a:bodyPr wrap="square" lIns="0" rIns="0" tIns="0" bIns="0" anchor="ctr">
            <a:noAutofit/>
          </a:bodyPr>
          <a:lstStyle/>
          <a:p>
            <a:pPr algn="l">
              <a:lnSpc>
                <a:spcPct val="100000"/>
              </a:lnSpc>
              <a:spcBef>
                <a:spcPts val="0"/>
              </a:spcBef>
              <a:spcAft>
                <a:spcPts val="0"/>
              </a:spcAft>
            </a:pPr>
            <a:r>
              <a:rPr sz="2000" b="0" i="0">
                <a:solidFill>
                  <a:srgbClr val="FDF9E0"/>
                </a:solidFill>
                <a:latin typeface="Arial"/>
              </a:rPr>
              <a:t>4 to 6 /m²</a:t>
            </a:r>
          </a:p>
        </p:txBody>
      </p:sp>
      <p:sp>
        <p:nvSpPr>
          <p:cNvPr id="197" name="Level CRITICAL"/>
          <p:cNvSpPr/>
          <p:nvPr/>
        </p:nvSpPr>
        <p:spPr>
          <a:xfrm>
            <a:off x="7421880" y="6446520"/>
            <a:ext cx="2773680" cy="960120"/>
          </a:xfrm>
          <a:prstGeom prst="roundRect">
            <a:avLst>
              <a:gd name="adj" fmla="val 6000"/>
            </a:avLst>
          </a:prstGeom>
          <a:solidFill>
            <a:srgbClr val="2C2C2C"/>
          </a:solidFill>
          <a:ln w="31750">
            <a:solidFill>
              <a:srgbClr val="FF5A4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TextBox 197"/>
          <p:cNvSpPr txBox="1"/>
          <p:nvPr/>
        </p:nvSpPr>
        <p:spPr>
          <a:xfrm>
            <a:off x="7604760" y="6519672"/>
            <a:ext cx="2407920" cy="384048"/>
          </a:xfrm>
          <a:prstGeom prst="rect">
            <a:avLst/>
          </a:prstGeom>
          <a:noFill/>
        </p:spPr>
        <p:txBody>
          <a:bodyPr wrap="square" lIns="0" rIns="0" tIns="0" bIns="0" anchor="ctr">
            <a:noAutofit/>
          </a:bodyPr>
          <a:lstStyle/>
          <a:p>
            <a:pPr algn="l">
              <a:lnSpc>
                <a:spcPct val="100000"/>
              </a:lnSpc>
              <a:spcBef>
                <a:spcPts val="0"/>
              </a:spcBef>
              <a:spcAft>
                <a:spcPts val="0"/>
              </a:spcAft>
            </a:pPr>
            <a:r>
              <a:rPr sz="2300" b="1" i="0">
                <a:solidFill>
                  <a:srgbClr val="FF5A4E"/>
                </a:solidFill>
                <a:latin typeface="Arial"/>
              </a:rPr>
              <a:t>CRITICAL</a:t>
            </a:r>
          </a:p>
        </p:txBody>
      </p:sp>
      <p:sp>
        <p:nvSpPr>
          <p:cNvPr id="199" name="TextBox 198"/>
          <p:cNvSpPr txBox="1"/>
          <p:nvPr/>
        </p:nvSpPr>
        <p:spPr>
          <a:xfrm>
            <a:off x="7604760" y="6931152"/>
            <a:ext cx="2407920" cy="384048"/>
          </a:xfrm>
          <a:prstGeom prst="rect">
            <a:avLst/>
          </a:prstGeom>
          <a:noFill/>
        </p:spPr>
        <p:txBody>
          <a:bodyPr wrap="square" lIns="0" rIns="0" tIns="0" bIns="0" anchor="ctr">
            <a:noAutofit/>
          </a:bodyPr>
          <a:lstStyle/>
          <a:p>
            <a:pPr algn="l">
              <a:lnSpc>
                <a:spcPct val="100000"/>
              </a:lnSpc>
              <a:spcBef>
                <a:spcPts val="0"/>
              </a:spcBef>
              <a:spcAft>
                <a:spcPts val="0"/>
              </a:spcAft>
            </a:pPr>
            <a:r>
              <a:rPr sz="2000" b="0" i="0">
                <a:solidFill>
                  <a:srgbClr val="FDF9E0"/>
                </a:solidFill>
                <a:latin typeface="Arial"/>
              </a:rPr>
              <a:t>6+ /m² or a surge</a:t>
            </a:r>
          </a:p>
        </p:txBody>
      </p:sp>
      <p:sp>
        <p:nvSpPr>
          <p:cNvPr id="200" name="TextBox 199"/>
          <p:cNvSpPr txBox="1"/>
          <p:nvPr/>
        </p:nvSpPr>
        <p:spPr>
          <a:xfrm>
            <a:off x="1508760" y="7516368"/>
            <a:ext cx="8686800" cy="548640"/>
          </a:xfrm>
          <a:prstGeom prst="rect">
            <a:avLst/>
          </a:prstGeom>
          <a:noFill/>
        </p:spPr>
        <p:txBody>
          <a:bodyPr wrap="square" lIns="0" rIns="0" tIns="0" bIns="0" anchor="t">
            <a:noAutofit/>
          </a:bodyPr>
          <a:lstStyle/>
          <a:p>
            <a:pPr algn="l">
              <a:lnSpc>
                <a:spcPct val="105000"/>
              </a:lnSpc>
              <a:spcBef>
                <a:spcPts val="0"/>
              </a:spcBef>
              <a:spcAft>
                <a:spcPts val="0"/>
              </a:spcAft>
            </a:pPr>
            <a:r>
              <a:rPr sz="1800" b="0" i="0">
                <a:solidFill>
                  <a:srgbClr val="C9C4AC"/>
                </a:solidFill>
                <a:latin typeface="Arial"/>
              </a:rPr>
              <a:t>Based on crowd scientist Prof. G. Keith Still's guidance; tunable per venue.</a:t>
            </a:r>
          </a:p>
        </p:txBody>
      </p:sp>
      <p:sp>
        <p:nvSpPr>
          <p:cNvPr id="201" name="Build plan"/>
          <p:cNvSpPr/>
          <p:nvPr/>
        </p:nvSpPr>
        <p:spPr>
          <a:xfrm>
            <a:off x="10789920" y="5669280"/>
            <a:ext cx="6309360" cy="246888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TextBox 201"/>
          <p:cNvSpPr txBox="1"/>
          <p:nvPr/>
        </p:nvSpPr>
        <p:spPr>
          <a:xfrm>
            <a:off x="11109960" y="5870448"/>
            <a:ext cx="5669280" cy="457200"/>
          </a:xfrm>
          <a:prstGeom prst="rect">
            <a:avLst/>
          </a:prstGeom>
          <a:noFill/>
        </p:spPr>
        <p:txBody>
          <a:bodyPr wrap="square" lIns="0" rIns="0" tIns="0" bIns="0" anchor="ctr">
            <a:noAutofit/>
          </a:bodyPr>
          <a:lstStyle/>
          <a:p>
            <a:pPr algn="l">
              <a:lnSpc>
                <a:spcPct val="100000"/>
              </a:lnSpc>
              <a:spcBef>
                <a:spcPts val="0"/>
              </a:spcBef>
              <a:spcAft>
                <a:spcPts val="0"/>
              </a:spcAft>
            </a:pPr>
            <a:r>
              <a:rPr sz="2700" b="1" i="0">
                <a:solidFill>
                  <a:srgbClr val="FF9A1F"/>
                </a:solidFill>
                <a:latin typeface="Arial"/>
              </a:rPr>
              <a:t>Our 10-hour build, 4 people</a:t>
            </a:r>
          </a:p>
        </p:txBody>
      </p:sp>
      <p:sp>
        <p:nvSpPr>
          <p:cNvPr id="203" name="TextBox 202"/>
          <p:cNvSpPr txBox="1"/>
          <p:nvPr/>
        </p:nvSpPr>
        <p:spPr>
          <a:xfrm>
            <a:off x="11109960" y="6492240"/>
            <a:ext cx="5669280" cy="1554480"/>
          </a:xfrm>
          <a:prstGeom prst="rect">
            <a:avLst/>
          </a:prstGeom>
          <a:noFill/>
        </p:spPr>
        <p:txBody>
          <a:bodyPr wrap="square" lIns="0" rIns="0" tIns="0" bIns="0" anchor="t">
            <a:noAutofit/>
          </a:bodyPr>
          <a:lstStyle/>
          <a:p>
            <a:pPr algn="l" marL="347472" indent="-347472">
              <a:lnSpc>
                <a:spcPct val="105000"/>
              </a:lnSpc>
              <a:spcBef>
                <a:spcPts val="0"/>
              </a:spcBef>
              <a:spcAft>
                <a:spcPts val="400"/>
              </a:spcAft>
              <a:buClr>
                <a:srgbClr val="FF9A1F"/>
              </a:buClr>
              <a:buSzPct val="100000"/>
              <a:buFont typeface="Arial"/>
              <a:buChar char="•"/>
            </a:pPr>
            <a:r>
              <a:rPr sz="2200" b="1" i="0">
                <a:solidFill>
                  <a:srgbClr val="FDF9E0"/>
                </a:solidFill>
                <a:latin typeface="Arial"/>
              </a:rPr>
              <a:t>P1 </a:t>
            </a:r>
            <a:r>
              <a:rPr sz="2200" b="0" i="0">
                <a:solidFill>
                  <a:srgbClr val="FDF9E0"/>
                </a:solidFill>
                <a:latin typeface="Arial"/>
              </a:rPr>
              <a:t>Video, YOLO + pose, face blur</a:t>
            </a:r>
          </a:p>
          <a:p>
            <a:pPr algn="l" marL="347472" indent="-347472">
              <a:lnSpc>
                <a:spcPct val="105000"/>
              </a:lnSpc>
              <a:spcBef>
                <a:spcPts val="0"/>
              </a:spcBef>
              <a:spcAft>
                <a:spcPts val="400"/>
              </a:spcAft>
              <a:buClr>
                <a:srgbClr val="FF9A1F"/>
              </a:buClr>
              <a:buSzPct val="100000"/>
              <a:buFont typeface="Arial"/>
              <a:buChar char="•"/>
            </a:pPr>
            <a:r>
              <a:rPr sz="2200" b="1" i="0">
                <a:solidFill>
                  <a:srgbClr val="FDF9E0"/>
                </a:solidFill>
                <a:latin typeface="Arial"/>
              </a:rPr>
              <a:t>P2 </a:t>
            </a:r>
            <a:r>
              <a:rPr sz="2200" b="0" i="0">
                <a:solidFill>
                  <a:srgbClr val="FDF9E0"/>
                </a:solidFill>
                <a:latin typeface="Arial"/>
              </a:rPr>
              <a:t>Density model, heatmap, prediction</a:t>
            </a:r>
          </a:p>
          <a:p>
            <a:pPr algn="l" marL="347472" indent="-347472">
              <a:lnSpc>
                <a:spcPct val="105000"/>
              </a:lnSpc>
              <a:spcBef>
                <a:spcPts val="0"/>
              </a:spcBef>
              <a:spcAft>
                <a:spcPts val="400"/>
              </a:spcAft>
              <a:buClr>
                <a:srgbClr val="FF9A1F"/>
              </a:buClr>
              <a:buSzPct val="100000"/>
              <a:buFont typeface="Arial"/>
              <a:buChar char="•"/>
            </a:pPr>
            <a:r>
              <a:rPr sz="2200" b="1" i="0">
                <a:solidFill>
                  <a:srgbClr val="FDF9E0"/>
                </a:solidFill>
                <a:latin typeface="Arial"/>
              </a:rPr>
              <a:t>P3 </a:t>
            </a:r>
            <a:r>
              <a:rPr sz="2200" b="0" i="0">
                <a:solidFill>
                  <a:srgbClr val="FDF9E0"/>
                </a:solidFill>
                <a:latin typeface="Arial"/>
              </a:rPr>
              <a:t>Optical flow + risk engine</a:t>
            </a:r>
          </a:p>
          <a:p>
            <a:pPr algn="l" marL="347472" indent="-347472">
              <a:lnSpc>
                <a:spcPct val="105000"/>
              </a:lnSpc>
              <a:spcBef>
                <a:spcPts val="0"/>
              </a:spcBef>
              <a:spcAft>
                <a:spcPts val="0"/>
              </a:spcAft>
              <a:buClr>
                <a:srgbClr val="FF9A1F"/>
              </a:buClr>
              <a:buSzPct val="100000"/>
              <a:buFont typeface="Arial"/>
              <a:buChar char="•"/>
            </a:pPr>
            <a:r>
              <a:rPr sz="2200" b="1" i="0">
                <a:solidFill>
                  <a:srgbClr val="FDF9E0"/>
                </a:solidFill>
                <a:latin typeface="Arial"/>
              </a:rPr>
              <a:t>P4 </a:t>
            </a:r>
            <a:r>
              <a:rPr sz="2200" b="0" i="0">
                <a:solidFill>
                  <a:srgbClr val="FDF9E0"/>
                </a:solidFill>
                <a:latin typeface="Arial"/>
              </a:rPr>
              <a:t>Dashboard, dispatch, PA voice</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54"/>
        </a:solidFill>
      </p:bgPr>
    </p:bg>
    <p:spTree>
      <p:nvGrpSpPr>
        <p:cNvPr id="163" name="Shape 163"/>
        <p:cNvGrpSpPr/>
        <p:nvPr/>
      </p:nvGrpSpPr>
      <p:grpSpPr>
        <a:xfrm>
          <a:off x="0" y="0"/>
          <a:ext cx="0" cy="0"/>
          <a:chOff x="0" y="0"/>
          <a:chExt cx="0" cy="0"/>
        </a:xfrm>
      </p:grpSpPr>
      <p:sp>
        <p:nvSpPr>
          <p:cNvPr id="164" name="Google Shape;164;p7"/>
          <p:cNvSpPr/>
          <p:nvPr/>
        </p:nvSpPr>
        <p:spPr>
          <a:xfrm>
            <a:off x="-952474" y="-1050044"/>
            <a:ext cx="3962348" cy="376423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5" name="Google Shape;165;p7"/>
          <p:cNvSpPr/>
          <p:nvPr/>
        </p:nvSpPr>
        <p:spPr>
          <a:xfrm flipH="1">
            <a:off x="14994729" y="-1414325"/>
            <a:ext cx="4345800" cy="412851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66" name="Google Shape;166;p7"/>
          <p:cNvGrpSpPr/>
          <p:nvPr/>
        </p:nvGrpSpPr>
        <p:grpSpPr>
          <a:xfrm>
            <a:off x="2368788" y="8390623"/>
            <a:ext cx="13550424" cy="2179108"/>
            <a:chOff x="0" y="-1"/>
            <a:chExt cx="13550423" cy="2179107"/>
          </a:xfrm>
        </p:grpSpPr>
        <p:sp>
          <p:nvSpPr>
            <p:cNvPr id="167" name="Google Shape;167;p7"/>
            <p:cNvSpPr/>
            <p:nvPr/>
          </p:nvSpPr>
          <p:spPr>
            <a:xfrm>
              <a:off x="5245398"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8" name="Google Shape;168;p7"/>
            <p:cNvSpPr/>
            <p:nvPr/>
          </p:nvSpPr>
          <p:spPr>
            <a:xfrm>
              <a:off x="0" y="81605"/>
              <a:ext cx="5483874" cy="19467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69" name="Google Shape;169;p7"/>
            <p:cNvSpPr/>
            <p:nvPr/>
          </p:nvSpPr>
          <p:spPr>
            <a:xfrm flipH="1">
              <a:off x="8066548" y="-1"/>
              <a:ext cx="5483875" cy="1946776"/>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0" name="Google Shape;170;p7"/>
            <p:cNvSpPr/>
            <p:nvPr/>
          </p:nvSpPr>
          <p:spPr>
            <a:xfrm>
              <a:off x="7299044"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1" name="Google Shape;171;p7"/>
            <p:cNvSpPr/>
            <p:nvPr/>
          </p:nvSpPr>
          <p:spPr>
            <a:xfrm>
              <a:off x="6124173" y="676405"/>
              <a:ext cx="1412540" cy="1502701"/>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72" name="Google Shape;172;p7"/>
          <p:cNvSpPr/>
          <p:nvPr/>
        </p:nvSpPr>
        <p:spPr>
          <a:xfrm>
            <a:off x="15745635" y="8842916"/>
            <a:ext cx="3594895"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3" name="Google Shape;173;p7"/>
          <p:cNvSpPr/>
          <p:nvPr/>
        </p:nvSpPr>
        <p:spPr>
          <a:xfrm>
            <a:off x="-585022" y="8842916"/>
            <a:ext cx="3594896"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74" name="Google Shape;174;p7"/>
          <p:cNvGrpSpPr/>
          <p:nvPr/>
        </p:nvGrpSpPr>
        <p:grpSpPr>
          <a:xfrm>
            <a:off x="3021811" y="-578343"/>
            <a:ext cx="12244379" cy="2029052"/>
            <a:chOff x="-1" y="-267054"/>
            <a:chExt cx="12244377" cy="2029050"/>
          </a:xfrm>
        </p:grpSpPr>
        <p:sp>
          <p:nvSpPr>
            <p:cNvPr id="175" name="Google Shape;175;p7"/>
            <p:cNvSpPr/>
            <p:nvPr/>
          </p:nvSpPr>
          <p:spPr>
            <a:xfrm>
              <a:off x="9442894" y="0"/>
              <a:ext cx="2801482" cy="1494942"/>
            </a:xfrm>
            <a:prstGeom prst="rect">
              <a:avLst/>
            </a:prstGeom>
            <a:blipFill rotWithShape="1">
              <a:blip r:embed="rId7">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6" name="Google Shape;176;p7"/>
            <p:cNvSpPr/>
            <p:nvPr/>
          </p:nvSpPr>
          <p:spPr>
            <a:xfrm>
              <a:off x="4947136" y="-267054"/>
              <a:ext cx="2243460" cy="2029050"/>
            </a:xfrm>
            <a:prstGeom prst="rect">
              <a:avLst/>
            </a:prstGeom>
            <a:blipFill rotWithShape="1">
              <a:blip r:embed="rId8">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77" name="Google Shape;177;p7"/>
            <p:cNvSpPr/>
            <p:nvPr/>
          </p:nvSpPr>
          <p:spPr>
            <a:xfrm>
              <a:off x="-1" y="280132"/>
              <a:ext cx="1939145" cy="823772"/>
            </a:xfrm>
            <a:prstGeom prst="rect">
              <a:avLst/>
            </a:prstGeom>
            <a:blipFill rotWithShape="1">
              <a:blip r:embed="rId9">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78" name="Title"/>
          <p:cNvSpPr txBox="1"/>
          <p:nvPr/>
        </p:nvSpPr>
        <p:spPr>
          <a:xfrm>
            <a:off x="2286000" y="1024128"/>
            <a:ext cx="137160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DF9E0"/>
              </a:buClr>
              <a:buSzPts val="5000"/>
              <a:buFont typeface="Arial"/>
              <a:buNone/>
            </a:pPr>
            <a:r>
              <a:rPr b="1" i="0" lang="en-US" sz="5600" u="none" cap="none" strike="noStrike">
                <a:solidFill>
                  <a:srgbClr val="FDF9E0"/>
                </a:solidFill>
                <a:latin typeface="Arial"/>
                <a:ea typeface="Arial"/>
                <a:cs typeface="Arial"/>
                <a:sym typeface="Arial"/>
              </a:rPr>
              <a:t>Technologies Used</a:t>
            </a:r>
            <a:endParaRPr/>
          </a:p>
        </p:txBody>
      </p:sp>
      <p:sp>
        <p:nvSpPr>
          <p:cNvPr id="179" name="Tech Vision models"/>
          <p:cNvSpPr/>
          <p:nvPr/>
        </p:nvSpPr>
        <p:spPr>
          <a:xfrm>
            <a:off x="1188720" y="237744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Oval 179"/>
          <p:cNvSpPr/>
          <p:nvPr/>
        </p:nvSpPr>
        <p:spPr>
          <a:xfrm>
            <a:off x="1508760" y="265176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1" name="Picture 180" descr="eye-dark.png"/>
          <p:cNvPicPr>
            <a:picLocks noChangeAspect="1"/>
          </p:cNvPicPr>
          <p:nvPr/>
        </p:nvPicPr>
        <p:blipFill>
          <a:blip r:embed="rId10"/>
          <a:stretch>
            <a:fillRect/>
          </a:stretch>
        </p:blipFill>
        <p:spPr>
          <a:xfrm>
            <a:off x="1679753" y="2822753"/>
            <a:ext cx="435254" cy="435254"/>
          </a:xfrm>
          <a:prstGeom prst="rect">
            <a:avLst/>
          </a:prstGeom>
        </p:spPr>
      </p:pic>
      <p:sp>
        <p:nvSpPr>
          <p:cNvPr id="182" name="TextBox 181"/>
          <p:cNvSpPr txBox="1"/>
          <p:nvPr/>
        </p:nvSpPr>
        <p:spPr>
          <a:xfrm>
            <a:off x="2514600" y="2651760"/>
            <a:ext cx="3566160" cy="777240"/>
          </a:xfrm>
          <a:prstGeom prst="rect">
            <a:avLst/>
          </a:prstGeom>
          <a:noFill/>
        </p:spPr>
        <p:txBody>
          <a:bodyPr wrap="square" lIns="0" rIns="0" tIns="0" bIns="0" anchor="ctr">
            <a:noAutofit/>
          </a:bodyPr>
          <a:lstStyle/>
          <a:p>
            <a:pPr algn="l">
              <a:lnSpc>
                <a:spcPct val="100000"/>
              </a:lnSpc>
              <a:spcBef>
                <a:spcPts val="0"/>
              </a:spcBef>
              <a:spcAft>
                <a:spcPts val="0"/>
              </a:spcAft>
            </a:pPr>
            <a:r>
              <a:rPr sz="2800" b="1" i="0">
                <a:solidFill>
                  <a:srgbClr val="FDF9E0"/>
                </a:solidFill>
                <a:latin typeface="Arial"/>
              </a:rPr>
              <a:t>Vision models</a:t>
            </a:r>
          </a:p>
        </p:txBody>
      </p:sp>
      <p:sp>
        <p:nvSpPr>
          <p:cNvPr id="183" name="TextBox 182"/>
          <p:cNvSpPr txBox="1"/>
          <p:nvPr/>
        </p:nvSpPr>
        <p:spPr>
          <a:xfrm>
            <a:off x="1508760" y="3703320"/>
            <a:ext cx="4480560" cy="1325880"/>
          </a:xfrm>
          <a:prstGeom prst="rect">
            <a:avLst/>
          </a:prstGeom>
          <a:noFill/>
        </p:spPr>
        <p:txBody>
          <a:bodyPr wrap="square" lIns="0" rIns="0" tIns="0" bIns="0" anchor="t">
            <a:noAutofit/>
          </a:bodyPr>
          <a:lstStyle/>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YOLOv8 people + pose (falls)</a:t>
            </a:r>
          </a:p>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CSRNet for dense crowds</a:t>
            </a:r>
          </a:p>
        </p:txBody>
      </p:sp>
      <p:sp>
        <p:nvSpPr>
          <p:cNvPr id="184" name="Tech Video and motion"/>
          <p:cNvSpPr/>
          <p:nvPr/>
        </p:nvSpPr>
        <p:spPr>
          <a:xfrm>
            <a:off x="6583680" y="237744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5" name="Oval 184"/>
          <p:cNvSpPr/>
          <p:nvPr/>
        </p:nvSpPr>
        <p:spPr>
          <a:xfrm>
            <a:off x="6903720" y="265176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6" name="Picture 185" descr="video-dark.png"/>
          <p:cNvPicPr>
            <a:picLocks noChangeAspect="1"/>
          </p:cNvPicPr>
          <p:nvPr/>
        </p:nvPicPr>
        <p:blipFill>
          <a:blip r:embed="rId11"/>
          <a:stretch>
            <a:fillRect/>
          </a:stretch>
        </p:blipFill>
        <p:spPr>
          <a:xfrm>
            <a:off x="7074713" y="2822753"/>
            <a:ext cx="435254" cy="435254"/>
          </a:xfrm>
          <a:prstGeom prst="rect">
            <a:avLst/>
          </a:prstGeom>
        </p:spPr>
      </p:pic>
      <p:sp>
        <p:nvSpPr>
          <p:cNvPr id="187" name="TextBox 186"/>
          <p:cNvSpPr txBox="1"/>
          <p:nvPr/>
        </p:nvSpPr>
        <p:spPr>
          <a:xfrm>
            <a:off x="7909560" y="2651760"/>
            <a:ext cx="3566160" cy="777240"/>
          </a:xfrm>
          <a:prstGeom prst="rect">
            <a:avLst/>
          </a:prstGeom>
          <a:noFill/>
        </p:spPr>
        <p:txBody>
          <a:bodyPr wrap="square" lIns="0" rIns="0" tIns="0" bIns="0" anchor="ctr">
            <a:noAutofit/>
          </a:bodyPr>
          <a:lstStyle/>
          <a:p>
            <a:pPr algn="l">
              <a:lnSpc>
                <a:spcPct val="100000"/>
              </a:lnSpc>
              <a:spcBef>
                <a:spcPts val="0"/>
              </a:spcBef>
              <a:spcAft>
                <a:spcPts val="0"/>
              </a:spcAft>
            </a:pPr>
            <a:r>
              <a:rPr sz="2800" b="1" i="0">
                <a:solidFill>
                  <a:srgbClr val="FDF9E0"/>
                </a:solidFill>
                <a:latin typeface="Arial"/>
              </a:rPr>
              <a:t>Video and motion</a:t>
            </a:r>
          </a:p>
        </p:txBody>
      </p:sp>
      <p:sp>
        <p:nvSpPr>
          <p:cNvPr id="188" name="TextBox 187"/>
          <p:cNvSpPr txBox="1"/>
          <p:nvPr/>
        </p:nvSpPr>
        <p:spPr>
          <a:xfrm>
            <a:off x="6903720" y="3703320"/>
            <a:ext cx="4480560" cy="1325880"/>
          </a:xfrm>
          <a:prstGeom prst="rect">
            <a:avLst/>
          </a:prstGeom>
          <a:noFill/>
        </p:spPr>
        <p:txBody>
          <a:bodyPr wrap="square" lIns="0" rIns="0" tIns="0" bIns="0" anchor="t">
            <a:noAutofit/>
          </a:bodyPr>
          <a:lstStyle/>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OpenCV: zones, face blur</a:t>
            </a:r>
          </a:p>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Farneback optical flow</a:t>
            </a:r>
          </a:p>
        </p:txBody>
      </p:sp>
      <p:sp>
        <p:nvSpPr>
          <p:cNvPr id="189" name="Tech Prediction"/>
          <p:cNvSpPr/>
          <p:nvPr/>
        </p:nvSpPr>
        <p:spPr>
          <a:xfrm>
            <a:off x="11978640" y="237744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0" name="Oval 189"/>
          <p:cNvSpPr/>
          <p:nvPr/>
        </p:nvSpPr>
        <p:spPr>
          <a:xfrm>
            <a:off x="12298680" y="265176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1" name="Picture 190" descr="chart-dark.png"/>
          <p:cNvPicPr>
            <a:picLocks noChangeAspect="1"/>
          </p:cNvPicPr>
          <p:nvPr/>
        </p:nvPicPr>
        <p:blipFill>
          <a:blip r:embed="rId12"/>
          <a:stretch>
            <a:fillRect/>
          </a:stretch>
        </p:blipFill>
        <p:spPr>
          <a:xfrm>
            <a:off x="12469673" y="2822753"/>
            <a:ext cx="435254" cy="435254"/>
          </a:xfrm>
          <a:prstGeom prst="rect">
            <a:avLst/>
          </a:prstGeom>
        </p:spPr>
      </p:pic>
      <p:sp>
        <p:nvSpPr>
          <p:cNvPr id="192" name="TextBox 191"/>
          <p:cNvSpPr txBox="1"/>
          <p:nvPr/>
        </p:nvSpPr>
        <p:spPr>
          <a:xfrm>
            <a:off x="13304520" y="2651760"/>
            <a:ext cx="3566160" cy="777240"/>
          </a:xfrm>
          <a:prstGeom prst="rect">
            <a:avLst/>
          </a:prstGeom>
          <a:noFill/>
        </p:spPr>
        <p:txBody>
          <a:bodyPr wrap="square" lIns="0" rIns="0" tIns="0" bIns="0" anchor="ctr">
            <a:noAutofit/>
          </a:bodyPr>
          <a:lstStyle/>
          <a:p>
            <a:pPr algn="l">
              <a:lnSpc>
                <a:spcPct val="100000"/>
              </a:lnSpc>
              <a:spcBef>
                <a:spcPts val="0"/>
              </a:spcBef>
              <a:spcAft>
                <a:spcPts val="0"/>
              </a:spcAft>
            </a:pPr>
            <a:r>
              <a:rPr sz="2800" b="1" i="0">
                <a:solidFill>
                  <a:srgbClr val="FDF9E0"/>
                </a:solidFill>
                <a:latin typeface="Arial"/>
              </a:rPr>
              <a:t>Prediction</a:t>
            </a:r>
          </a:p>
        </p:txBody>
      </p:sp>
      <p:sp>
        <p:nvSpPr>
          <p:cNvPr id="193" name="TextBox 192"/>
          <p:cNvSpPr txBox="1"/>
          <p:nvPr/>
        </p:nvSpPr>
        <p:spPr>
          <a:xfrm>
            <a:off x="12298680" y="3703320"/>
            <a:ext cx="4480560" cy="1325880"/>
          </a:xfrm>
          <a:prstGeom prst="rect">
            <a:avLst/>
          </a:prstGeom>
          <a:noFill/>
        </p:spPr>
        <p:txBody>
          <a:bodyPr wrap="square" lIns="0" rIns="0" tIns="0" bIns="0" anchor="t">
            <a:noAutofit/>
          </a:bodyPr>
          <a:lstStyle/>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Python, PyTorch, NumPy</a:t>
            </a:r>
          </a:p>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Inflow trend → time to critical</a:t>
            </a:r>
          </a:p>
        </p:txBody>
      </p:sp>
      <p:sp>
        <p:nvSpPr>
          <p:cNvPr id="194" name="Tech Dashboard"/>
          <p:cNvSpPr/>
          <p:nvPr/>
        </p:nvSpPr>
        <p:spPr>
          <a:xfrm>
            <a:off x="1188720" y="539496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5" name="Oval 194"/>
          <p:cNvSpPr/>
          <p:nvPr/>
        </p:nvSpPr>
        <p:spPr>
          <a:xfrm>
            <a:off x="1508760" y="566928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6" name="Picture 195" descr="dash-dark.png"/>
          <p:cNvPicPr>
            <a:picLocks noChangeAspect="1"/>
          </p:cNvPicPr>
          <p:nvPr/>
        </p:nvPicPr>
        <p:blipFill>
          <a:blip r:embed="rId13"/>
          <a:stretch>
            <a:fillRect/>
          </a:stretch>
        </p:blipFill>
        <p:spPr>
          <a:xfrm>
            <a:off x="1679753" y="5840273"/>
            <a:ext cx="435254" cy="435254"/>
          </a:xfrm>
          <a:prstGeom prst="rect">
            <a:avLst/>
          </a:prstGeom>
        </p:spPr>
      </p:pic>
      <p:sp>
        <p:nvSpPr>
          <p:cNvPr id="197" name="TextBox 196"/>
          <p:cNvSpPr txBox="1"/>
          <p:nvPr/>
        </p:nvSpPr>
        <p:spPr>
          <a:xfrm>
            <a:off x="2514600" y="5669280"/>
            <a:ext cx="3566160" cy="777240"/>
          </a:xfrm>
          <a:prstGeom prst="rect">
            <a:avLst/>
          </a:prstGeom>
          <a:noFill/>
        </p:spPr>
        <p:txBody>
          <a:bodyPr wrap="square" lIns="0" rIns="0" tIns="0" bIns="0" anchor="ctr">
            <a:noAutofit/>
          </a:bodyPr>
          <a:lstStyle/>
          <a:p>
            <a:pPr algn="l">
              <a:lnSpc>
                <a:spcPct val="100000"/>
              </a:lnSpc>
              <a:spcBef>
                <a:spcPts val="0"/>
              </a:spcBef>
              <a:spcAft>
                <a:spcPts val="0"/>
              </a:spcAft>
            </a:pPr>
            <a:r>
              <a:rPr sz="2800" b="1" i="0">
                <a:solidFill>
                  <a:srgbClr val="FDF9E0"/>
                </a:solidFill>
                <a:latin typeface="Arial"/>
              </a:rPr>
              <a:t>Dashboard</a:t>
            </a:r>
          </a:p>
        </p:txBody>
      </p:sp>
      <p:sp>
        <p:nvSpPr>
          <p:cNvPr id="198" name="TextBox 197"/>
          <p:cNvSpPr txBox="1"/>
          <p:nvPr/>
        </p:nvSpPr>
        <p:spPr>
          <a:xfrm>
            <a:off x="1508760" y="6720840"/>
            <a:ext cx="4480560" cy="1325880"/>
          </a:xfrm>
          <a:prstGeom prst="rect">
            <a:avLst/>
          </a:prstGeom>
          <a:noFill/>
        </p:spPr>
        <p:txBody>
          <a:bodyPr wrap="square" lIns="0" rIns="0" tIns="0" bIns="0" anchor="t">
            <a:noAutofit/>
          </a:bodyPr>
          <a:lstStyle/>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Streamlit live control room</a:t>
            </a:r>
          </a:p>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Venue map of help posts</a:t>
            </a:r>
          </a:p>
        </p:txBody>
      </p:sp>
      <p:sp>
        <p:nvSpPr>
          <p:cNvPr id="199" name="Tech Dispatch + PA"/>
          <p:cNvSpPr/>
          <p:nvPr/>
        </p:nvSpPr>
        <p:spPr>
          <a:xfrm>
            <a:off x="6583680" y="539496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0" name="Oval 199"/>
          <p:cNvSpPr/>
          <p:nvPr/>
        </p:nvSpPr>
        <p:spPr>
          <a:xfrm>
            <a:off x="6903720" y="566928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1" name="Picture 200" descr="telegram-dark.png"/>
          <p:cNvPicPr>
            <a:picLocks noChangeAspect="1"/>
          </p:cNvPicPr>
          <p:nvPr/>
        </p:nvPicPr>
        <p:blipFill>
          <a:blip r:embed="rId14"/>
          <a:stretch>
            <a:fillRect/>
          </a:stretch>
        </p:blipFill>
        <p:spPr>
          <a:xfrm>
            <a:off x="7074713" y="5840273"/>
            <a:ext cx="435254" cy="435254"/>
          </a:xfrm>
          <a:prstGeom prst="rect">
            <a:avLst/>
          </a:prstGeom>
        </p:spPr>
      </p:pic>
      <p:sp>
        <p:nvSpPr>
          <p:cNvPr id="202" name="TextBox 201"/>
          <p:cNvSpPr txBox="1"/>
          <p:nvPr/>
        </p:nvSpPr>
        <p:spPr>
          <a:xfrm>
            <a:off x="7909560" y="5669280"/>
            <a:ext cx="3566160" cy="777240"/>
          </a:xfrm>
          <a:prstGeom prst="rect">
            <a:avLst/>
          </a:prstGeom>
          <a:noFill/>
        </p:spPr>
        <p:txBody>
          <a:bodyPr wrap="square" lIns="0" rIns="0" tIns="0" bIns="0" anchor="ctr">
            <a:noAutofit/>
          </a:bodyPr>
          <a:lstStyle/>
          <a:p>
            <a:pPr algn="l">
              <a:lnSpc>
                <a:spcPct val="100000"/>
              </a:lnSpc>
              <a:spcBef>
                <a:spcPts val="0"/>
              </a:spcBef>
              <a:spcAft>
                <a:spcPts val="0"/>
              </a:spcAft>
            </a:pPr>
            <a:r>
              <a:rPr sz="2800" b="1" i="0">
                <a:solidFill>
                  <a:srgbClr val="FDF9E0"/>
                </a:solidFill>
                <a:latin typeface="Arial"/>
              </a:rPr>
              <a:t>Dispatch + PA</a:t>
            </a:r>
          </a:p>
        </p:txBody>
      </p:sp>
      <p:sp>
        <p:nvSpPr>
          <p:cNvPr id="203" name="TextBox 202"/>
          <p:cNvSpPr txBox="1"/>
          <p:nvPr/>
        </p:nvSpPr>
        <p:spPr>
          <a:xfrm>
            <a:off x="6903720" y="6720840"/>
            <a:ext cx="4480560" cy="1325880"/>
          </a:xfrm>
          <a:prstGeom prst="rect">
            <a:avLst/>
          </a:prstGeom>
          <a:noFill/>
        </p:spPr>
        <p:txBody>
          <a:bodyPr wrap="square" lIns="0" rIns="0" tIns="0" bIns="0" anchor="t">
            <a:noAutofit/>
          </a:bodyPr>
          <a:lstStyle/>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Telegram bot + Accept button</a:t>
            </a:r>
          </a:p>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gTTS voice in 3 languages</a:t>
            </a:r>
          </a:p>
        </p:txBody>
      </p:sp>
      <p:sp>
        <p:nvSpPr>
          <p:cNvPr id="204" name="Tech Data and testing"/>
          <p:cNvSpPr/>
          <p:nvPr/>
        </p:nvSpPr>
        <p:spPr>
          <a:xfrm>
            <a:off x="11978640" y="5394960"/>
            <a:ext cx="5120640" cy="2743200"/>
          </a:xfrm>
          <a:prstGeom prst="roundRect">
            <a:avLst>
              <a:gd name="adj" fmla="val 6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 name="Oval 204"/>
          <p:cNvSpPr/>
          <p:nvPr/>
        </p:nvSpPr>
        <p:spPr>
          <a:xfrm>
            <a:off x="12298680" y="5669280"/>
            <a:ext cx="777240" cy="77724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6" name="Picture 205" descr="db-dark.png"/>
          <p:cNvPicPr>
            <a:picLocks noChangeAspect="1"/>
          </p:cNvPicPr>
          <p:nvPr/>
        </p:nvPicPr>
        <p:blipFill>
          <a:blip r:embed="rId15"/>
          <a:stretch>
            <a:fillRect/>
          </a:stretch>
        </p:blipFill>
        <p:spPr>
          <a:xfrm>
            <a:off x="12469673" y="5840273"/>
            <a:ext cx="435254" cy="435254"/>
          </a:xfrm>
          <a:prstGeom prst="rect">
            <a:avLst/>
          </a:prstGeom>
        </p:spPr>
      </p:pic>
      <p:sp>
        <p:nvSpPr>
          <p:cNvPr id="207" name="TextBox 206"/>
          <p:cNvSpPr txBox="1"/>
          <p:nvPr/>
        </p:nvSpPr>
        <p:spPr>
          <a:xfrm>
            <a:off x="13304520" y="5669280"/>
            <a:ext cx="3566160" cy="777240"/>
          </a:xfrm>
          <a:prstGeom prst="rect">
            <a:avLst/>
          </a:prstGeom>
          <a:noFill/>
        </p:spPr>
        <p:txBody>
          <a:bodyPr wrap="square" lIns="0" rIns="0" tIns="0" bIns="0" anchor="ctr">
            <a:noAutofit/>
          </a:bodyPr>
          <a:lstStyle/>
          <a:p>
            <a:pPr algn="l">
              <a:lnSpc>
                <a:spcPct val="100000"/>
              </a:lnSpc>
              <a:spcBef>
                <a:spcPts val="0"/>
              </a:spcBef>
              <a:spcAft>
                <a:spcPts val="0"/>
              </a:spcAft>
            </a:pPr>
            <a:r>
              <a:rPr sz="2800" b="1" i="0">
                <a:solidFill>
                  <a:srgbClr val="FDF9E0"/>
                </a:solidFill>
                <a:latin typeface="Arial"/>
              </a:rPr>
              <a:t>Data and testing</a:t>
            </a:r>
          </a:p>
        </p:txBody>
      </p:sp>
      <p:sp>
        <p:nvSpPr>
          <p:cNvPr id="208" name="TextBox 207"/>
          <p:cNvSpPr txBox="1"/>
          <p:nvPr/>
        </p:nvSpPr>
        <p:spPr>
          <a:xfrm>
            <a:off x="12298680" y="6720840"/>
            <a:ext cx="4480560" cy="1325880"/>
          </a:xfrm>
          <a:prstGeom prst="rect">
            <a:avLst/>
          </a:prstGeom>
          <a:noFill/>
        </p:spPr>
        <p:txBody>
          <a:bodyPr wrap="square" lIns="0" rIns="0" tIns="0" bIns="0" anchor="t">
            <a:noAutofit/>
          </a:bodyPr>
          <a:lstStyle/>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ShanghaiTech for accuracy</a:t>
            </a:r>
          </a:p>
          <a:p>
            <a:pPr algn="l" marL="347472" indent="-347472">
              <a:lnSpc>
                <a:spcPct val="106000"/>
              </a:lnSpc>
              <a:spcBef>
                <a:spcPts val="0"/>
              </a:spcBef>
              <a:spcAft>
                <a:spcPts val="1000"/>
              </a:spcAft>
              <a:buClr>
                <a:srgbClr val="FF9A1F"/>
              </a:buClr>
              <a:buSzPct val="100000"/>
              <a:buFont typeface="Arial"/>
              <a:buChar char="•"/>
            </a:pPr>
            <a:r>
              <a:rPr sz="2400" b="0" i="0">
                <a:solidFill>
                  <a:srgbClr val="FDF9E0"/>
                </a:solidFill>
                <a:latin typeface="Arial"/>
              </a:rPr>
              <a:t>UMN + our clips for surges</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54"/>
        </a:solidFill>
      </p:bgPr>
    </p:bg>
    <p:spTree>
      <p:nvGrpSpPr>
        <p:cNvPr id="182" name="Shape 182"/>
        <p:cNvGrpSpPr/>
        <p:nvPr/>
      </p:nvGrpSpPr>
      <p:grpSpPr>
        <a:xfrm>
          <a:off x="0" y="0"/>
          <a:ext cx="0" cy="0"/>
          <a:chOff x="0" y="0"/>
          <a:chExt cx="0" cy="0"/>
        </a:xfrm>
      </p:grpSpPr>
      <p:sp>
        <p:nvSpPr>
          <p:cNvPr id="183" name="Google Shape;183;p8"/>
          <p:cNvSpPr/>
          <p:nvPr/>
        </p:nvSpPr>
        <p:spPr>
          <a:xfrm>
            <a:off x="-952474" y="-1050044"/>
            <a:ext cx="3962348" cy="376423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4" name="Google Shape;184;p8"/>
          <p:cNvSpPr/>
          <p:nvPr/>
        </p:nvSpPr>
        <p:spPr>
          <a:xfrm flipH="1">
            <a:off x="14994729" y="-1414325"/>
            <a:ext cx="4345800" cy="4128511"/>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85" name="Google Shape;185;p8"/>
          <p:cNvGrpSpPr/>
          <p:nvPr/>
        </p:nvGrpSpPr>
        <p:grpSpPr>
          <a:xfrm>
            <a:off x="2368788" y="8390623"/>
            <a:ext cx="13550424" cy="2179108"/>
            <a:chOff x="0" y="-1"/>
            <a:chExt cx="13550423" cy="2179107"/>
          </a:xfrm>
        </p:grpSpPr>
        <p:sp>
          <p:nvSpPr>
            <p:cNvPr id="186" name="Google Shape;186;p8"/>
            <p:cNvSpPr/>
            <p:nvPr/>
          </p:nvSpPr>
          <p:spPr>
            <a:xfrm>
              <a:off x="5245398"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7" name="Google Shape;187;p8"/>
            <p:cNvSpPr/>
            <p:nvPr/>
          </p:nvSpPr>
          <p:spPr>
            <a:xfrm>
              <a:off x="0" y="81605"/>
              <a:ext cx="5483874" cy="19467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8" name="Google Shape;188;p8"/>
            <p:cNvSpPr/>
            <p:nvPr/>
          </p:nvSpPr>
          <p:spPr>
            <a:xfrm flipH="1">
              <a:off x="8066548" y="-1"/>
              <a:ext cx="5483875" cy="1946776"/>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89" name="Google Shape;189;p8"/>
            <p:cNvSpPr/>
            <p:nvPr/>
          </p:nvSpPr>
          <p:spPr>
            <a:xfrm>
              <a:off x="7299044" y="1054994"/>
              <a:ext cx="978282" cy="1040725"/>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0" name="Google Shape;190;p8"/>
            <p:cNvSpPr/>
            <p:nvPr/>
          </p:nvSpPr>
          <p:spPr>
            <a:xfrm>
              <a:off x="6124173" y="676405"/>
              <a:ext cx="1412540" cy="1502701"/>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91" name="Google Shape;191;p8"/>
          <p:cNvSpPr/>
          <p:nvPr/>
        </p:nvSpPr>
        <p:spPr>
          <a:xfrm>
            <a:off x="15745635" y="8842916"/>
            <a:ext cx="3594895"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2" name="Google Shape;192;p8"/>
          <p:cNvSpPr/>
          <p:nvPr/>
        </p:nvSpPr>
        <p:spPr>
          <a:xfrm>
            <a:off x="-585022" y="8842916"/>
            <a:ext cx="3594896" cy="2138963"/>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nvGrpSpPr>
          <p:cNvPr id="193" name="Google Shape;193;p8"/>
          <p:cNvGrpSpPr/>
          <p:nvPr/>
        </p:nvGrpSpPr>
        <p:grpSpPr>
          <a:xfrm>
            <a:off x="3021811" y="-598718"/>
            <a:ext cx="12244379" cy="2069801"/>
            <a:chOff x="-1" y="-287429"/>
            <a:chExt cx="12244377" cy="2069800"/>
          </a:xfrm>
        </p:grpSpPr>
        <p:sp>
          <p:nvSpPr>
            <p:cNvPr id="194" name="Google Shape;194;p8"/>
            <p:cNvSpPr/>
            <p:nvPr/>
          </p:nvSpPr>
          <p:spPr>
            <a:xfrm>
              <a:off x="9442894" y="0"/>
              <a:ext cx="2801482" cy="1494942"/>
            </a:xfrm>
            <a:prstGeom prst="rect">
              <a:avLst/>
            </a:prstGeom>
            <a:blipFill rotWithShape="1">
              <a:blip r:embed="rId7">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5" name="Google Shape;195;p8"/>
            <p:cNvSpPr/>
            <p:nvPr/>
          </p:nvSpPr>
          <p:spPr>
            <a:xfrm>
              <a:off x="4904900" y="-287429"/>
              <a:ext cx="2243460" cy="2069800"/>
            </a:xfrm>
            <a:prstGeom prst="rect">
              <a:avLst/>
            </a:prstGeom>
            <a:blipFill rotWithShape="1">
              <a:blip r:embed="rId8">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96" name="Google Shape;196;p8"/>
            <p:cNvSpPr/>
            <p:nvPr/>
          </p:nvSpPr>
          <p:spPr>
            <a:xfrm>
              <a:off x="-1" y="280132"/>
              <a:ext cx="1939145" cy="823772"/>
            </a:xfrm>
            <a:prstGeom prst="rect">
              <a:avLst/>
            </a:prstGeom>
            <a:blipFill rotWithShape="1">
              <a:blip r:embed="rId9">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197" name="Title"/>
          <p:cNvSpPr txBox="1"/>
          <p:nvPr/>
        </p:nvSpPr>
        <p:spPr>
          <a:xfrm>
            <a:off x="2286000" y="1024128"/>
            <a:ext cx="13716000" cy="914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DF9E0"/>
              </a:buClr>
              <a:buSzPts val="5000"/>
              <a:buFont typeface="Arial"/>
              <a:buNone/>
            </a:pPr>
            <a:r>
              <a:rPr b="1" i="0" lang="en-US" sz="5600" u="none" cap="none" strike="noStrike">
                <a:solidFill>
                  <a:srgbClr val="FDF9E0"/>
                </a:solidFill>
                <a:latin typeface="Arial"/>
                <a:ea typeface="Arial"/>
                <a:cs typeface="Arial"/>
                <a:sym typeface="Arial"/>
              </a:rPr>
              <a:t>Wireframe: Live Control Room</a:t>
            </a:r>
            <a:endParaRPr/>
          </a:p>
        </p:txBody>
      </p:sp>
      <p:sp>
        <p:nvSpPr>
          <p:cNvPr id="198" name="App window"/>
          <p:cNvSpPr/>
          <p:nvPr/>
        </p:nvSpPr>
        <p:spPr>
          <a:xfrm>
            <a:off x="1188720" y="2377440"/>
            <a:ext cx="15910560" cy="5760720"/>
          </a:xfrm>
          <a:prstGeom prst="roundRect">
            <a:avLst>
              <a:gd name="adj" fmla="val 3000"/>
            </a:avLst>
          </a:prstGeom>
          <a:solidFill>
            <a:srgbClr val="2C2C2C"/>
          </a:solidFill>
          <a:ln w="19050">
            <a:solidFill>
              <a:srgbClr val="6A6A6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9" name="Oval 198"/>
          <p:cNvSpPr/>
          <p:nvPr/>
        </p:nvSpPr>
        <p:spPr>
          <a:xfrm>
            <a:off x="1463040" y="2532888"/>
            <a:ext cx="457200" cy="457200"/>
          </a:xfrm>
          <a:prstGeom prst="ellipse">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0" name="Picture 199" descr="ghost-dark.png"/>
          <p:cNvPicPr>
            <a:picLocks noChangeAspect="1"/>
          </p:cNvPicPr>
          <p:nvPr/>
        </p:nvPicPr>
        <p:blipFill>
          <a:blip r:embed="rId10"/>
          <a:stretch>
            <a:fillRect/>
          </a:stretch>
        </p:blipFill>
        <p:spPr>
          <a:xfrm>
            <a:off x="1554480" y="2624328"/>
            <a:ext cx="274320" cy="274320"/>
          </a:xfrm>
          <a:prstGeom prst="rect">
            <a:avLst/>
          </a:prstGeom>
        </p:spPr>
      </p:pic>
      <p:sp>
        <p:nvSpPr>
          <p:cNvPr id="201" name="TextBox 200"/>
          <p:cNvSpPr txBox="1"/>
          <p:nvPr/>
        </p:nvSpPr>
        <p:spPr>
          <a:xfrm>
            <a:off x="2057400" y="2487168"/>
            <a:ext cx="7315200" cy="548640"/>
          </a:xfrm>
          <a:prstGeom prst="rect">
            <a:avLst/>
          </a:prstGeom>
          <a:noFill/>
        </p:spPr>
        <p:txBody>
          <a:bodyPr wrap="square" lIns="0" rIns="0" tIns="0" bIns="0" anchor="ctr">
            <a:noAutofit/>
          </a:bodyPr>
          <a:lstStyle/>
          <a:p>
            <a:pPr algn="l">
              <a:lnSpc>
                <a:spcPct val="100000"/>
              </a:lnSpc>
              <a:spcBef>
                <a:spcPts val="0"/>
              </a:spcBef>
              <a:spcAft>
                <a:spcPts val="0"/>
              </a:spcAft>
            </a:pPr>
            <a:r>
              <a:rPr sz="2200" b="1" i="0">
                <a:solidFill>
                  <a:srgbClr val="FF9A1F"/>
                </a:solidFill>
                <a:latin typeface="Arial"/>
              </a:rPr>
              <a:t>Poltergeist</a:t>
            </a:r>
            <a:r>
              <a:rPr sz="2200" b="0" i="0">
                <a:solidFill>
                  <a:srgbClr val="FDF9E0"/>
                </a:solidFill>
                <a:latin typeface="Arial"/>
              </a:rPr>
              <a:t>  ·  Live crowd monitor</a:t>
            </a:r>
          </a:p>
        </p:txBody>
      </p:sp>
      <p:sp>
        <p:nvSpPr>
          <p:cNvPr id="202" name="TextBox 201"/>
          <p:cNvSpPr txBox="1"/>
          <p:nvPr/>
        </p:nvSpPr>
        <p:spPr>
          <a:xfrm>
            <a:off x="11338560" y="2487168"/>
            <a:ext cx="5486400" cy="548640"/>
          </a:xfrm>
          <a:prstGeom prst="rect">
            <a:avLst/>
          </a:prstGeom>
          <a:noFill/>
        </p:spPr>
        <p:txBody>
          <a:bodyPr wrap="square" lIns="0" rIns="0" tIns="0" bIns="0" anchor="ctr">
            <a:noAutofit/>
          </a:bodyPr>
          <a:lstStyle/>
          <a:p>
            <a:pPr algn="r">
              <a:lnSpc>
                <a:spcPct val="100000"/>
              </a:lnSpc>
              <a:spcBef>
                <a:spcPts val="0"/>
              </a:spcBef>
              <a:spcAft>
                <a:spcPts val="0"/>
              </a:spcAft>
            </a:pPr>
            <a:r>
              <a:rPr sz="2000" b="0" i="0">
                <a:solidFill>
                  <a:srgbClr val="C9C4AC"/>
                </a:solidFill>
                <a:latin typeface="Arial"/>
              </a:rPr>
              <a:t>3 cameras live  ·  faces blurred  ·  18:42</a:t>
            </a:r>
          </a:p>
        </p:txBody>
      </p:sp>
      <p:pic>
        <p:nvPicPr>
          <p:cNvPr id="203" name="Picture 202" descr="camera_heatmap.png"/>
          <p:cNvPicPr>
            <a:picLocks noChangeAspect="1"/>
          </p:cNvPicPr>
          <p:nvPr/>
        </p:nvPicPr>
        <p:blipFill>
          <a:blip r:embed="rId11"/>
          <a:stretch>
            <a:fillRect/>
          </a:stretch>
        </p:blipFill>
        <p:spPr>
          <a:xfrm>
            <a:off x="1463040" y="3154680"/>
            <a:ext cx="8412480" cy="4732020"/>
          </a:xfrm>
          <a:prstGeom prst="rect">
            <a:avLst/>
          </a:prstGeom>
        </p:spPr>
      </p:pic>
      <p:sp>
        <p:nvSpPr>
          <p:cNvPr id="204" name="TextBox 203"/>
          <p:cNvSpPr txBox="1"/>
          <p:nvPr/>
        </p:nvSpPr>
        <p:spPr>
          <a:xfrm>
            <a:off x="10149840" y="3154680"/>
            <a:ext cx="6675120" cy="411480"/>
          </a:xfrm>
          <a:prstGeom prst="rect">
            <a:avLst/>
          </a:prstGeom>
          <a:noFill/>
        </p:spPr>
        <p:txBody>
          <a:bodyPr wrap="square" lIns="0" rIns="0" tIns="0" bIns="0" anchor="ctr">
            <a:noAutofit/>
          </a:bodyPr>
          <a:lstStyle/>
          <a:p>
            <a:pPr algn="l">
              <a:lnSpc>
                <a:spcPct val="100000"/>
              </a:lnSpc>
              <a:spcBef>
                <a:spcPts val="0"/>
              </a:spcBef>
              <a:spcAft>
                <a:spcPts val="0"/>
              </a:spcAft>
            </a:pPr>
            <a:r>
              <a:rPr sz="1800" b="1" i="0">
                <a:solidFill>
                  <a:srgbClr val="C9C4AC"/>
                </a:solidFill>
                <a:latin typeface="Arial"/>
              </a:rPr>
              <a:t>ZONES</a:t>
            </a:r>
          </a:p>
        </p:txBody>
      </p:sp>
      <p:sp>
        <p:nvSpPr>
          <p:cNvPr id="205" name="Zone Gate 3"/>
          <p:cNvSpPr/>
          <p:nvPr/>
        </p:nvSpPr>
        <p:spPr>
          <a:xfrm>
            <a:off x="10149840" y="3566160"/>
            <a:ext cx="6675120" cy="530352"/>
          </a:xfrm>
          <a:prstGeom prst="roundRect">
            <a:avLst>
              <a:gd name="adj" fmla="val 12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 name="Oval 205"/>
          <p:cNvSpPr/>
          <p:nvPr/>
        </p:nvSpPr>
        <p:spPr>
          <a:xfrm>
            <a:off x="10351008" y="3730752"/>
            <a:ext cx="201168" cy="201168"/>
          </a:xfrm>
          <a:prstGeom prst="ellipse">
            <a:avLst/>
          </a:prstGeom>
          <a:solidFill>
            <a:srgbClr val="FF5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TextBox 206"/>
          <p:cNvSpPr txBox="1"/>
          <p:nvPr/>
        </p:nvSpPr>
        <p:spPr>
          <a:xfrm>
            <a:off x="10698480" y="3566160"/>
            <a:ext cx="1920240"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1" i="0">
                <a:solidFill>
                  <a:srgbClr val="FDF9E0"/>
                </a:solidFill>
                <a:latin typeface="Arial"/>
              </a:rPr>
              <a:t>Gate 3</a:t>
            </a:r>
          </a:p>
        </p:txBody>
      </p:sp>
      <p:sp>
        <p:nvSpPr>
          <p:cNvPr id="208" name="TextBox 207"/>
          <p:cNvSpPr txBox="1"/>
          <p:nvPr/>
        </p:nvSpPr>
        <p:spPr>
          <a:xfrm>
            <a:off x="12573000" y="3566160"/>
            <a:ext cx="1371600"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i="0">
                <a:solidFill>
                  <a:srgbClr val="FDF9E0"/>
                </a:solidFill>
                <a:latin typeface="Arial"/>
              </a:rPr>
              <a:t>6.4 /m²</a:t>
            </a:r>
          </a:p>
        </p:txBody>
      </p:sp>
      <p:sp>
        <p:nvSpPr>
          <p:cNvPr id="209" name="Status Gate 3"/>
          <p:cNvSpPr/>
          <p:nvPr/>
        </p:nvSpPr>
        <p:spPr>
          <a:xfrm>
            <a:off x="14447520" y="3657600"/>
            <a:ext cx="2240280" cy="347472"/>
          </a:xfrm>
          <a:prstGeom prst="roundRect">
            <a:avLst>
              <a:gd name="adj" fmla="val 50000"/>
            </a:avLst>
          </a:prstGeom>
          <a:solidFill>
            <a:srgbClr val="FF5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TextBox 209"/>
          <p:cNvSpPr txBox="1"/>
          <p:nvPr/>
        </p:nvSpPr>
        <p:spPr>
          <a:xfrm>
            <a:off x="14447520" y="3657600"/>
            <a:ext cx="2240280" cy="347472"/>
          </a:xfrm>
          <a:prstGeom prst="rect">
            <a:avLst/>
          </a:prstGeom>
          <a:noFill/>
        </p:spPr>
        <p:txBody>
          <a:bodyPr wrap="square" lIns="0" rIns="0" tIns="0" bIns="0" anchor="ctr">
            <a:noAutofit/>
          </a:bodyPr>
          <a:lstStyle/>
          <a:p>
            <a:pPr algn="ctr">
              <a:lnSpc>
                <a:spcPct val="100000"/>
              </a:lnSpc>
              <a:spcBef>
                <a:spcPts val="0"/>
              </a:spcBef>
              <a:spcAft>
                <a:spcPts val="0"/>
              </a:spcAft>
            </a:pPr>
            <a:r>
              <a:rPr sz="1400" b="1" i="0">
                <a:solidFill>
                  <a:srgbClr val="1E1E1E"/>
                </a:solidFill>
                <a:latin typeface="Arial"/>
              </a:rPr>
              <a:t>CRITICAL</a:t>
            </a:r>
          </a:p>
        </p:txBody>
      </p:sp>
      <p:sp>
        <p:nvSpPr>
          <p:cNvPr id="211" name="Zone Concourse"/>
          <p:cNvSpPr/>
          <p:nvPr/>
        </p:nvSpPr>
        <p:spPr>
          <a:xfrm>
            <a:off x="10149840" y="4169664"/>
            <a:ext cx="6675120" cy="530352"/>
          </a:xfrm>
          <a:prstGeom prst="roundRect">
            <a:avLst>
              <a:gd name="adj" fmla="val 12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 name="Oval 211"/>
          <p:cNvSpPr/>
          <p:nvPr/>
        </p:nvSpPr>
        <p:spPr>
          <a:xfrm>
            <a:off x="10351008" y="4334256"/>
            <a:ext cx="201168" cy="201168"/>
          </a:xfrm>
          <a:prstGeom prst="ellipse">
            <a:avLst/>
          </a:prstGeom>
          <a:solidFill>
            <a:srgbClr val="FFC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TextBox 212"/>
          <p:cNvSpPr txBox="1"/>
          <p:nvPr/>
        </p:nvSpPr>
        <p:spPr>
          <a:xfrm>
            <a:off x="10698480" y="4169664"/>
            <a:ext cx="1920240"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1" i="0">
                <a:solidFill>
                  <a:srgbClr val="FDF9E0"/>
                </a:solidFill>
                <a:latin typeface="Arial"/>
              </a:rPr>
              <a:t>Concourse</a:t>
            </a:r>
          </a:p>
        </p:txBody>
      </p:sp>
      <p:sp>
        <p:nvSpPr>
          <p:cNvPr id="214" name="TextBox 213"/>
          <p:cNvSpPr txBox="1"/>
          <p:nvPr/>
        </p:nvSpPr>
        <p:spPr>
          <a:xfrm>
            <a:off x="12573000" y="4169664"/>
            <a:ext cx="1371600"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i="0">
                <a:solidFill>
                  <a:srgbClr val="FDF9E0"/>
                </a:solidFill>
                <a:latin typeface="Arial"/>
              </a:rPr>
              <a:t>4.6 /m²</a:t>
            </a:r>
          </a:p>
        </p:txBody>
      </p:sp>
      <p:sp>
        <p:nvSpPr>
          <p:cNvPr id="215" name="Status Concourse"/>
          <p:cNvSpPr/>
          <p:nvPr/>
        </p:nvSpPr>
        <p:spPr>
          <a:xfrm>
            <a:off x="14447520" y="4261104"/>
            <a:ext cx="2240280" cy="347472"/>
          </a:xfrm>
          <a:prstGeom prst="roundRect">
            <a:avLst>
              <a:gd name="adj" fmla="val 50000"/>
            </a:avLst>
          </a:prstGeom>
          <a:solidFill>
            <a:srgbClr val="FFC2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6" name="TextBox 215"/>
          <p:cNvSpPr txBox="1"/>
          <p:nvPr/>
        </p:nvSpPr>
        <p:spPr>
          <a:xfrm>
            <a:off x="14447520" y="4261104"/>
            <a:ext cx="2240280" cy="347472"/>
          </a:xfrm>
          <a:prstGeom prst="rect">
            <a:avLst/>
          </a:prstGeom>
          <a:noFill/>
        </p:spPr>
        <p:txBody>
          <a:bodyPr wrap="square" lIns="0" rIns="0" tIns="0" bIns="0" anchor="ctr">
            <a:noAutofit/>
          </a:bodyPr>
          <a:lstStyle/>
          <a:p>
            <a:pPr algn="ctr">
              <a:lnSpc>
                <a:spcPct val="100000"/>
              </a:lnSpc>
              <a:spcBef>
                <a:spcPts val="0"/>
              </a:spcBef>
              <a:spcAft>
                <a:spcPts val="0"/>
              </a:spcAft>
            </a:pPr>
            <a:r>
              <a:rPr sz="1400" b="1" i="0">
                <a:solidFill>
                  <a:srgbClr val="1E1E1E"/>
                </a:solidFill>
                <a:latin typeface="Arial"/>
              </a:rPr>
              <a:t>CRITICAL IN 6 MIN</a:t>
            </a:r>
          </a:p>
        </p:txBody>
      </p:sp>
      <p:sp>
        <p:nvSpPr>
          <p:cNvPr id="217" name="Zone East Stand"/>
          <p:cNvSpPr/>
          <p:nvPr/>
        </p:nvSpPr>
        <p:spPr>
          <a:xfrm>
            <a:off x="10149840" y="4773168"/>
            <a:ext cx="6675120" cy="530352"/>
          </a:xfrm>
          <a:prstGeom prst="roundRect">
            <a:avLst>
              <a:gd name="adj" fmla="val 12000"/>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8" name="Oval 217"/>
          <p:cNvSpPr/>
          <p:nvPr/>
        </p:nvSpPr>
        <p:spPr>
          <a:xfrm>
            <a:off x="10351008" y="4937760"/>
            <a:ext cx="201168" cy="201168"/>
          </a:xfrm>
          <a:prstGeom prst="ellipse">
            <a:avLst/>
          </a:prstGeom>
          <a:solidFill>
            <a:srgbClr val="5BD1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Box 218"/>
          <p:cNvSpPr txBox="1"/>
          <p:nvPr/>
        </p:nvSpPr>
        <p:spPr>
          <a:xfrm>
            <a:off x="10698480" y="4773168"/>
            <a:ext cx="1920240"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1" i="0">
                <a:solidFill>
                  <a:srgbClr val="FDF9E0"/>
                </a:solidFill>
                <a:latin typeface="Arial"/>
              </a:rPr>
              <a:t>East Stand</a:t>
            </a:r>
          </a:p>
        </p:txBody>
      </p:sp>
      <p:sp>
        <p:nvSpPr>
          <p:cNvPr id="220" name="TextBox 219"/>
          <p:cNvSpPr txBox="1"/>
          <p:nvPr/>
        </p:nvSpPr>
        <p:spPr>
          <a:xfrm>
            <a:off x="12573000" y="4773168"/>
            <a:ext cx="1371600" cy="530352"/>
          </a:xfrm>
          <a:prstGeom prst="rect">
            <a:avLst/>
          </a:prstGeom>
          <a:noFill/>
        </p:spPr>
        <p:txBody>
          <a:bodyPr wrap="square" lIns="0" rIns="0" tIns="0" bIns="0" anchor="ctr">
            <a:noAutofit/>
          </a:bodyPr>
          <a:lstStyle/>
          <a:p>
            <a:pPr algn="l">
              <a:lnSpc>
                <a:spcPct val="100000"/>
              </a:lnSpc>
              <a:spcBef>
                <a:spcPts val="0"/>
              </a:spcBef>
              <a:spcAft>
                <a:spcPts val="0"/>
              </a:spcAft>
            </a:pPr>
            <a:r>
              <a:rPr sz="2000" b="0" i="0">
                <a:solidFill>
                  <a:srgbClr val="FDF9E0"/>
                </a:solidFill>
                <a:latin typeface="Arial"/>
              </a:rPr>
              <a:t>1.2 /m²</a:t>
            </a:r>
          </a:p>
        </p:txBody>
      </p:sp>
      <p:sp>
        <p:nvSpPr>
          <p:cNvPr id="221" name="Status East Stand"/>
          <p:cNvSpPr/>
          <p:nvPr/>
        </p:nvSpPr>
        <p:spPr>
          <a:xfrm>
            <a:off x="14447520" y="4864608"/>
            <a:ext cx="2240280" cy="347472"/>
          </a:xfrm>
          <a:prstGeom prst="roundRect">
            <a:avLst>
              <a:gd name="adj" fmla="val 50000"/>
            </a:avLst>
          </a:prstGeom>
          <a:solidFill>
            <a:srgbClr val="5BD1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2" name="TextBox 221"/>
          <p:cNvSpPr txBox="1"/>
          <p:nvPr/>
        </p:nvSpPr>
        <p:spPr>
          <a:xfrm>
            <a:off x="14447520" y="4864608"/>
            <a:ext cx="2240280" cy="347472"/>
          </a:xfrm>
          <a:prstGeom prst="rect">
            <a:avLst/>
          </a:prstGeom>
          <a:noFill/>
        </p:spPr>
        <p:txBody>
          <a:bodyPr wrap="square" lIns="0" rIns="0" tIns="0" bIns="0" anchor="ctr">
            <a:noAutofit/>
          </a:bodyPr>
          <a:lstStyle/>
          <a:p>
            <a:pPr algn="ctr">
              <a:lnSpc>
                <a:spcPct val="100000"/>
              </a:lnSpc>
              <a:spcBef>
                <a:spcPts val="0"/>
              </a:spcBef>
              <a:spcAft>
                <a:spcPts val="0"/>
              </a:spcAft>
            </a:pPr>
            <a:r>
              <a:rPr sz="1400" b="1" i="0">
                <a:solidFill>
                  <a:srgbClr val="1E1E1E"/>
                </a:solidFill>
                <a:latin typeface="Arial"/>
              </a:rPr>
              <a:t>SAFE</a:t>
            </a:r>
          </a:p>
        </p:txBody>
      </p:sp>
      <p:sp>
        <p:nvSpPr>
          <p:cNvPr id="223" name="Alert card"/>
          <p:cNvSpPr/>
          <p:nvPr/>
        </p:nvSpPr>
        <p:spPr>
          <a:xfrm>
            <a:off x="10149840" y="5468112"/>
            <a:ext cx="6675120" cy="2418588"/>
          </a:xfrm>
          <a:prstGeom prst="roundRect">
            <a:avLst>
              <a:gd name="adj" fmla="val 6000"/>
            </a:avLst>
          </a:prstGeom>
          <a:solidFill>
            <a:srgbClr val="4A2B28"/>
          </a:solidFill>
          <a:ln w="31750">
            <a:solidFill>
              <a:srgbClr val="FF5A4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4" name="Picture 223" descr="bell-cream.png"/>
          <p:cNvPicPr>
            <a:picLocks noChangeAspect="1"/>
          </p:cNvPicPr>
          <p:nvPr/>
        </p:nvPicPr>
        <p:blipFill>
          <a:blip r:embed="rId12"/>
          <a:stretch>
            <a:fillRect/>
          </a:stretch>
        </p:blipFill>
        <p:spPr>
          <a:xfrm>
            <a:off x="10424160" y="5696712"/>
            <a:ext cx="365760" cy="365760"/>
          </a:xfrm>
          <a:prstGeom prst="rect">
            <a:avLst/>
          </a:prstGeom>
        </p:spPr>
      </p:pic>
      <p:sp>
        <p:nvSpPr>
          <p:cNvPr id="225" name="TextBox 224"/>
          <p:cNvSpPr txBox="1"/>
          <p:nvPr/>
        </p:nvSpPr>
        <p:spPr>
          <a:xfrm>
            <a:off x="10927080" y="5605272"/>
            <a:ext cx="5669280" cy="457200"/>
          </a:xfrm>
          <a:prstGeom prst="rect">
            <a:avLst/>
          </a:prstGeom>
          <a:noFill/>
        </p:spPr>
        <p:txBody>
          <a:bodyPr wrap="square" lIns="0" rIns="0" tIns="0" bIns="0" anchor="ctr">
            <a:noAutofit/>
          </a:bodyPr>
          <a:lstStyle/>
          <a:p>
            <a:pPr algn="l">
              <a:lnSpc>
                <a:spcPct val="100000"/>
              </a:lnSpc>
              <a:spcBef>
                <a:spcPts val="0"/>
              </a:spcBef>
              <a:spcAft>
                <a:spcPts val="0"/>
              </a:spcAft>
            </a:pPr>
            <a:r>
              <a:rPr sz="2200" b="1" i="0">
                <a:solidFill>
                  <a:srgbClr val="FF5A4E"/>
                </a:solidFill>
                <a:latin typeface="Arial"/>
              </a:rPr>
              <a:t>CRITICAL  ·  Gate 3</a:t>
            </a:r>
          </a:p>
        </p:txBody>
      </p:sp>
      <p:sp>
        <p:nvSpPr>
          <p:cNvPr id="226" name="TextBox 225"/>
          <p:cNvSpPr txBox="1"/>
          <p:nvPr/>
        </p:nvSpPr>
        <p:spPr>
          <a:xfrm>
            <a:off x="10424160" y="6089904"/>
            <a:ext cx="6126480" cy="347472"/>
          </a:xfrm>
          <a:prstGeom prst="rect">
            <a:avLst/>
          </a:prstGeom>
          <a:noFill/>
        </p:spPr>
        <p:txBody>
          <a:bodyPr wrap="square" lIns="0" rIns="0" tIns="0" bIns="0" anchor="ctr">
            <a:noAutofit/>
          </a:bodyPr>
          <a:lstStyle/>
          <a:p>
            <a:pPr algn="l">
              <a:lnSpc>
                <a:spcPct val="100000"/>
              </a:lnSpc>
              <a:spcBef>
                <a:spcPts val="0"/>
              </a:spcBef>
              <a:spcAft>
                <a:spcPts val="0"/>
              </a:spcAft>
            </a:pPr>
            <a:r>
              <a:rPr sz="1800" b="0" i="0">
                <a:solidFill>
                  <a:srgbClr val="FDF9E0"/>
                </a:solidFill>
                <a:latin typeface="Arial"/>
              </a:rPr>
              <a:t>6.4 /m², crowd surging, 1 person down</a:t>
            </a:r>
          </a:p>
        </p:txBody>
      </p:sp>
      <p:sp>
        <p:nvSpPr>
          <p:cNvPr id="227" name="TextBox 226"/>
          <p:cNvSpPr txBox="1"/>
          <p:nvPr/>
        </p:nvSpPr>
        <p:spPr>
          <a:xfrm>
            <a:off x="10424160" y="6455664"/>
            <a:ext cx="6126480" cy="347472"/>
          </a:xfrm>
          <a:prstGeom prst="rect">
            <a:avLst/>
          </a:prstGeom>
          <a:noFill/>
        </p:spPr>
        <p:txBody>
          <a:bodyPr wrap="square" lIns="0" rIns="0" tIns="0" bIns="0" anchor="ctr">
            <a:noAutofit/>
          </a:bodyPr>
          <a:lstStyle/>
          <a:p>
            <a:pPr algn="l">
              <a:lnSpc>
                <a:spcPct val="100000"/>
              </a:lnSpc>
              <a:spcBef>
                <a:spcPts val="0"/>
              </a:spcBef>
              <a:spcAft>
                <a:spcPts val="0"/>
              </a:spcAft>
            </a:pPr>
            <a:r>
              <a:rPr sz="1800" b="1" i="0">
                <a:solidFill>
                  <a:srgbClr val="5BD18B"/>
                </a:solidFill>
                <a:latin typeface="Arial"/>
              </a:rPr>
              <a:t>Accepted: </a:t>
            </a:r>
            <a:r>
              <a:rPr sz="1800" b="0" i="0">
                <a:solidFill>
                  <a:srgbClr val="FDF9E0"/>
                </a:solidFill>
                <a:latin typeface="Arial"/>
              </a:rPr>
              <a:t>Medical Post B, 80 m away</a:t>
            </a:r>
          </a:p>
        </p:txBody>
      </p:sp>
      <p:sp>
        <p:nvSpPr>
          <p:cNvPr id="228" name="TextBox 227"/>
          <p:cNvSpPr txBox="1"/>
          <p:nvPr/>
        </p:nvSpPr>
        <p:spPr>
          <a:xfrm>
            <a:off x="10424160" y="6821424"/>
            <a:ext cx="6126480" cy="347472"/>
          </a:xfrm>
          <a:prstGeom prst="rect">
            <a:avLst/>
          </a:prstGeom>
          <a:noFill/>
        </p:spPr>
        <p:txBody>
          <a:bodyPr wrap="square" lIns="0" rIns="0" tIns="0" bIns="0" anchor="ctr">
            <a:noAutofit/>
          </a:bodyPr>
          <a:lstStyle/>
          <a:p>
            <a:pPr algn="l">
              <a:lnSpc>
                <a:spcPct val="100000"/>
              </a:lnSpc>
              <a:spcBef>
                <a:spcPts val="0"/>
              </a:spcBef>
              <a:spcAft>
                <a:spcPts val="0"/>
              </a:spcAft>
            </a:pPr>
            <a:r>
              <a:rPr sz="1800" b="1" i="0">
                <a:solidFill>
                  <a:srgbClr val="FF9A1F"/>
                </a:solidFill>
                <a:latin typeface="Arial"/>
              </a:rPr>
              <a:t>Do now: </a:t>
            </a:r>
            <a:r>
              <a:rPr sz="1800" b="0" i="0">
                <a:solidFill>
                  <a:srgbClr val="FDF9E0"/>
                </a:solidFill>
                <a:latin typeface="Arial"/>
              </a:rPr>
              <a:t>open Gate 4; PA is announcing</a:t>
            </a:r>
          </a:p>
        </p:txBody>
      </p:sp>
      <p:sp>
        <p:nvSpPr>
          <p:cNvPr id="229" name="Button police"/>
          <p:cNvSpPr/>
          <p:nvPr/>
        </p:nvSpPr>
        <p:spPr>
          <a:xfrm>
            <a:off x="10424160" y="7292340"/>
            <a:ext cx="2971800" cy="429768"/>
          </a:xfrm>
          <a:prstGeom prst="roundRect">
            <a:avLst>
              <a:gd name="adj" fmla="val 20000"/>
            </a:avLst>
          </a:prstGeom>
          <a:solidFill>
            <a:srgbClr val="FF9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0" name="TextBox 229"/>
          <p:cNvSpPr txBox="1"/>
          <p:nvPr/>
        </p:nvSpPr>
        <p:spPr>
          <a:xfrm>
            <a:off x="10424160" y="7292340"/>
            <a:ext cx="2971800" cy="429768"/>
          </a:xfrm>
          <a:prstGeom prst="rect">
            <a:avLst/>
          </a:prstGeom>
          <a:noFill/>
        </p:spPr>
        <p:txBody>
          <a:bodyPr wrap="square" lIns="0" rIns="0" tIns="0" bIns="0" anchor="ctr">
            <a:noAutofit/>
          </a:bodyPr>
          <a:lstStyle/>
          <a:p>
            <a:pPr algn="ctr">
              <a:lnSpc>
                <a:spcPct val="100000"/>
              </a:lnSpc>
              <a:spcBef>
                <a:spcPts val="0"/>
              </a:spcBef>
              <a:spcAft>
                <a:spcPts val="0"/>
              </a:spcAft>
            </a:pPr>
            <a:r>
              <a:rPr sz="1600" b="1" i="0">
                <a:solidFill>
                  <a:srgbClr val="1E1E1E"/>
                </a:solidFill>
                <a:latin typeface="Arial"/>
              </a:rPr>
              <a:t>Also send police</a:t>
            </a:r>
          </a:p>
        </p:txBody>
      </p:sp>
      <p:sp>
        <p:nvSpPr>
          <p:cNvPr id="231" name="Button ack"/>
          <p:cNvSpPr/>
          <p:nvPr/>
        </p:nvSpPr>
        <p:spPr>
          <a:xfrm>
            <a:off x="13578840" y="7292340"/>
            <a:ext cx="2971800" cy="429768"/>
          </a:xfrm>
          <a:prstGeom prst="roundRect">
            <a:avLst>
              <a:gd name="adj" fmla="val 20000"/>
            </a:avLst>
          </a:prstGeom>
          <a:noFill/>
          <a:ln w="19050">
            <a:solidFill>
              <a:srgbClr val="FDF9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2" name="TextBox 231"/>
          <p:cNvSpPr txBox="1"/>
          <p:nvPr/>
        </p:nvSpPr>
        <p:spPr>
          <a:xfrm>
            <a:off x="13578840" y="7292340"/>
            <a:ext cx="2971800" cy="429768"/>
          </a:xfrm>
          <a:prstGeom prst="rect">
            <a:avLst/>
          </a:prstGeom>
          <a:noFill/>
        </p:spPr>
        <p:txBody>
          <a:bodyPr wrap="square" lIns="0" rIns="0" tIns="0" bIns="0" anchor="ctr">
            <a:noAutofit/>
          </a:bodyPr>
          <a:lstStyle/>
          <a:p>
            <a:pPr algn="ctr">
              <a:lnSpc>
                <a:spcPct val="100000"/>
              </a:lnSpc>
              <a:spcBef>
                <a:spcPts val="0"/>
              </a:spcBef>
              <a:spcAft>
                <a:spcPts val="0"/>
              </a:spcAft>
            </a:pPr>
            <a:r>
              <a:rPr sz="1600" b="1" i="0">
                <a:solidFill>
                  <a:srgbClr val="FDF9E0"/>
                </a:solidFill>
                <a:latin typeface="Arial"/>
              </a:rPr>
              <a:t>Acknowledge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545454"/>
        </a:solidFill>
      </p:bgPr>
    </p:bg>
    <p:spTree>
      <p:nvGrpSpPr>
        <p:cNvPr id="201" name="Shape 201"/>
        <p:cNvGrpSpPr/>
        <p:nvPr/>
      </p:nvGrpSpPr>
      <p:grpSpPr>
        <a:xfrm>
          <a:off x="0" y="0"/>
          <a:ext cx="0" cy="0"/>
          <a:chOff x="0" y="0"/>
          <a:chExt cx="0" cy="0"/>
        </a:xfrm>
      </p:grpSpPr>
      <p:sp>
        <p:nvSpPr>
          <p:cNvPr id="202" name="Google Shape;202;p9"/>
          <p:cNvSpPr/>
          <p:nvPr/>
        </p:nvSpPr>
        <p:spPr>
          <a:xfrm>
            <a:off x="-274131" y="-311289"/>
            <a:ext cx="2731199" cy="2731200"/>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3" name="Google Shape;203;p9"/>
          <p:cNvSpPr/>
          <p:nvPr/>
        </p:nvSpPr>
        <p:spPr>
          <a:xfrm>
            <a:off x="5455878" y="7182583"/>
            <a:ext cx="971090" cy="1339433"/>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4" name="Google Shape;204;p9"/>
          <p:cNvSpPr/>
          <p:nvPr/>
        </p:nvSpPr>
        <p:spPr>
          <a:xfrm>
            <a:off x="-1599929" y="4779066"/>
            <a:ext cx="6342222" cy="56445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5" name="Google Shape;205;p9"/>
          <p:cNvSpPr/>
          <p:nvPr/>
        </p:nvSpPr>
        <p:spPr>
          <a:xfrm flipH="1">
            <a:off x="13544441" y="4779066"/>
            <a:ext cx="6342222" cy="5644577"/>
          </a:xfrm>
          <a:prstGeom prst="rect">
            <a:avLst/>
          </a:prstGeom>
          <a:blipFill rotWithShape="1">
            <a:blip r:embed="rId5">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6" name="Google Shape;206;p9"/>
          <p:cNvSpPr/>
          <p:nvPr/>
        </p:nvSpPr>
        <p:spPr>
          <a:xfrm flipH="1">
            <a:off x="16200370" y="-311289"/>
            <a:ext cx="2731200" cy="2731200"/>
          </a:xfrm>
          <a:prstGeom prst="rect">
            <a:avLst/>
          </a:prstGeom>
          <a:blipFill rotWithShape="1">
            <a:blip r:embed="rId3">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7" name="Google Shape;207;p9"/>
          <p:cNvSpPr/>
          <p:nvPr/>
        </p:nvSpPr>
        <p:spPr>
          <a:xfrm flipH="1">
            <a:off x="12025121" y="7182583"/>
            <a:ext cx="971089" cy="1339433"/>
          </a:xfrm>
          <a:prstGeom prst="rect">
            <a:avLst/>
          </a:prstGeom>
          <a:blipFill rotWithShape="1">
            <a:blip r:embed="rId4">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08" name="Google Shape;208;p9"/>
          <p:cNvSpPr txBox="1"/>
          <p:nvPr/>
        </p:nvSpPr>
        <p:spPr>
          <a:xfrm>
            <a:off x="2816311" y="3499290"/>
            <a:ext cx="12655378" cy="1740492"/>
          </a:xfrm>
          <a:prstGeom prst="rect">
            <a:avLst/>
          </a:prstGeom>
          <a:noFill/>
          <a:ln>
            <a:noFill/>
          </a:ln>
        </p:spPr>
        <p:txBody>
          <a:bodyPr anchorCtr="0" anchor="t" bIns="0" lIns="0" spcFirstLastPara="1" rIns="0" wrap="square" tIns="0">
            <a:spAutoFit/>
          </a:bodyPr>
          <a:lstStyle/>
          <a:p>
            <a:pPr indent="0" lvl="0" marL="0" marR="0" rtl="0" algn="ctr">
              <a:lnSpc>
                <a:spcPct val="69142"/>
              </a:lnSpc>
              <a:spcBef>
                <a:spcPts val="0"/>
              </a:spcBef>
              <a:spcAft>
                <a:spcPts val="0"/>
              </a:spcAft>
              <a:buClr>
                <a:srgbClr val="FDF9E0"/>
              </a:buClr>
              <a:buSzPts val="17500"/>
              <a:buFont typeface="Arial"/>
              <a:buNone/>
            </a:pPr>
            <a:r>
              <a:rPr b="0" i="0" lang="en-US" sz="17500" u="none" cap="none" strike="noStrike">
                <a:solidFill>
                  <a:srgbClr val="FDF9E0"/>
                </a:solidFill>
                <a:latin typeface="Arial"/>
                <a:ea typeface="Arial"/>
                <a:cs typeface="Arial"/>
                <a:sym typeface="Arial"/>
              </a:rPr>
              <a:t>Thank You!</a:t>
            </a:r>
            <a:endParaRPr/>
          </a:p>
        </p:txBody>
      </p:sp>
      <p:grpSp>
        <p:nvGrpSpPr>
          <p:cNvPr id="209" name="Google Shape;209;p9"/>
          <p:cNvGrpSpPr/>
          <p:nvPr/>
        </p:nvGrpSpPr>
        <p:grpSpPr>
          <a:xfrm>
            <a:off x="3021811" y="-684124"/>
            <a:ext cx="12244379" cy="2240613"/>
            <a:chOff x="-1" y="-372835"/>
            <a:chExt cx="12244377" cy="2240612"/>
          </a:xfrm>
        </p:grpSpPr>
        <p:sp>
          <p:nvSpPr>
            <p:cNvPr id="210" name="Google Shape;210;p9"/>
            <p:cNvSpPr/>
            <p:nvPr/>
          </p:nvSpPr>
          <p:spPr>
            <a:xfrm>
              <a:off x="9442894" y="0"/>
              <a:ext cx="2801482" cy="1494942"/>
            </a:xfrm>
            <a:prstGeom prst="rect">
              <a:avLst/>
            </a:prstGeom>
            <a:blipFill rotWithShape="1">
              <a:blip r:embed="rId6">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11" name="Google Shape;211;p9"/>
            <p:cNvSpPr/>
            <p:nvPr/>
          </p:nvSpPr>
          <p:spPr>
            <a:xfrm>
              <a:off x="4989372" y="-372835"/>
              <a:ext cx="2243459" cy="2240612"/>
            </a:xfrm>
            <a:prstGeom prst="rect">
              <a:avLst/>
            </a:prstGeom>
            <a:blipFill rotWithShape="1">
              <a:blip r:embed="rId7">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212" name="Google Shape;212;p9"/>
            <p:cNvSpPr/>
            <p:nvPr/>
          </p:nvSpPr>
          <p:spPr>
            <a:xfrm>
              <a:off x="-1" y="280132"/>
              <a:ext cx="1939145" cy="823772"/>
            </a:xfrm>
            <a:prstGeom prst="rect">
              <a:avLst/>
            </a:prstGeom>
            <a:blipFill rotWithShape="1">
              <a:blip r:embed="rId8">
                <a:alphaModFix/>
              </a:blip>
              <a:stretch>
                <a:fillRect b="0" l="0" r="0" t="0"/>
              </a:stretch>
            </a:blipFill>
            <a:ln>
              <a:noFill/>
            </a:ln>
          </p:spPr>
          <p:txBody>
            <a:bodyPr anchorCtr="0" anchor="t" bIns="45700" lIns="45700" spcFirstLastPara="1" rIns="45700" wrap="square" tIns="45700">
              <a:noAutofit/>
            </a:bodyPr>
            <a:lstStyle/>
            <a:p>
              <a:pPr indent="0" lvl="0" marL="0" marR="0" rtl="0" algn="l">
                <a:lnSpc>
                  <a:spcPct val="100000"/>
                </a:lnSpc>
                <a:spcBef>
                  <a:spcPts val="0"/>
                </a:spcBef>
                <a:spcAft>
                  <a:spcPts val="0"/>
                </a:spcAft>
                <a:buClr>
                  <a:srgbClr val="000000"/>
                </a:buClr>
                <a:buSzPts val="1800"/>
                <a:buFont typeface="Calibri"/>
                <a:buNone/>
              </a:pPr>
              <a:r>
                <a:t/>
              </a:r>
              <a:endParaRPr b="0" i="0" sz="1800" u="none" cap="none" strike="noStrike">
                <a:solidFill>
                  <a:srgbClr val="000000"/>
                </a:solidFill>
                <a:latin typeface="Calibri"/>
                <a:ea typeface="Calibri"/>
                <a:cs typeface="Calibri"/>
                <a:sym typeface="Calibri"/>
              </a:endParaRPr>
            </a:p>
          </p:txBody>
        </p:sp>
      </p:grpSp>
      <p:sp>
        <p:nvSpPr>
          <p:cNvPr id="213" name="Closing line"/>
          <p:cNvSpPr txBox="1"/>
          <p:nvPr/>
        </p:nvSpPr>
        <p:spPr>
          <a:xfrm>
            <a:off x="5486400" y="5440680"/>
            <a:ext cx="7315200" cy="640080"/>
          </a:xfrm>
          <a:prstGeom prst="rect">
            <a:avLst/>
          </a:prstGeom>
          <a:noFill/>
        </p:spPr>
        <p:txBody>
          <a:bodyPr wrap="square" lIns="0" rIns="0" tIns="0" bIns="0" anchor="ctr">
            <a:noAutofit/>
          </a:bodyPr>
          <a:lstStyle/>
          <a:p>
            <a:pPr algn="ctr">
              <a:lnSpc>
                <a:spcPct val="100000"/>
              </a:lnSpc>
              <a:spcBef>
                <a:spcPts val="0"/>
              </a:spcBef>
              <a:spcAft>
                <a:spcPts val="0"/>
              </a:spcAft>
            </a:pPr>
            <a:r>
              <a:rPr sz="3400" b="1" i="0">
                <a:solidFill>
                  <a:srgbClr val="FF9A1F"/>
                </a:solidFill>
                <a:latin typeface="Arial"/>
              </a:rPr>
              <a:t>Poltergeist</a:t>
            </a:r>
            <a:r>
              <a:rPr sz="3400" b="0" i="0">
                <a:solidFill>
                  <a:srgbClr val="FDF9E0"/>
                </a:solidFill>
                <a:latin typeface="Arial"/>
              </a:rPr>
              <a:t>  ·  Voodoo Vision</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
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Cinzel Decorative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IR1HdRPD32yQtjki5Nw7d1Uil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1E5996-A6A6-40EC-ACF6-EEF7AF9ABF5F}">
  <a:tblStyle styleId="{511E5996-A6A6-40EC-ACF6-EEF7AF9ABF5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CFD7E7"/>
          </a:solidFill>
        </a:fill>
      </a:tcStyle>
    </a:wholeTbl>
    <a:band1H>
      <a:tcTxStyle/>
    </a:band1H>
    <a:band2H>
      <a:tcTxStyle b="off" i="off"/>
      <a:tcStyle>
        <a:fill>
          <a:solidFill>
            <a:srgbClr val="E8ECF4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inzelDecorative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CinzelDecorativ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2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9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454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/>
          <p:nvPr/>
        </p:nvSpPr>
        <p:spPr>
          <a:xfrm>
            <a:off x="-274131" y="-311289"/>
            <a:ext cx="2731199" cy="273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5455878" y="7182583"/>
            <a:ext cx="971090" cy="133943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-1599929" y="4779066"/>
            <a:ext cx="6342222" cy="564457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 flipH="1">
            <a:off x="13544441" y="4779066"/>
            <a:ext cx="6342222" cy="564457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/>
          <p:nvPr/>
        </p:nvSpPr>
        <p:spPr>
          <a:xfrm flipH="1">
            <a:off x="16200370" y="-311289"/>
            <a:ext cx="2731200" cy="273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 flipH="1">
            <a:off x="12025121" y="7182583"/>
            <a:ext cx="971089" cy="133943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" name="Google Shape;55;p1"/>
          <p:cNvGrpSpPr/>
          <p:nvPr/>
        </p:nvGrpSpPr>
        <p:grpSpPr>
          <a:xfrm>
            <a:off x="3206536" y="-571969"/>
            <a:ext cx="12244263" cy="2143200"/>
            <a:chOff x="-1" y="-324180"/>
            <a:chExt cx="12244263" cy="2143200"/>
          </a:xfrm>
        </p:grpSpPr>
        <p:sp>
          <p:nvSpPr>
            <p:cNvPr id="56" name="Google Shape;56;p1"/>
            <p:cNvSpPr/>
            <p:nvPr/>
          </p:nvSpPr>
          <p:spPr>
            <a:xfrm>
              <a:off x="9620462" y="77665"/>
              <a:ext cx="2623800" cy="13395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4815760" y="-324181"/>
              <a:ext cx="2243400" cy="21432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-1" y="280132"/>
              <a:ext cx="1939145" cy="82377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1"/>
          <p:cNvSpPr txBox="1"/>
          <p:nvPr/>
        </p:nvSpPr>
        <p:spPr>
          <a:xfrm>
            <a:off x="7106850" y="2058250"/>
            <a:ext cx="4074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4200"/>
              </a:spcBef>
              <a:spcAft>
                <a:spcPts val="4200"/>
              </a:spcAft>
              <a:buNone/>
            </a:pPr>
            <a:r>
              <a:rPr lang="en-US" sz="3400">
                <a:solidFill>
                  <a:srgbClr val="FFFFFF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arch presents</a:t>
            </a:r>
            <a:endParaRPr sz="3400">
              <a:solidFill>
                <a:srgbClr val="FFFFFF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grpSp>
        <p:nvGrpSpPr>
          <p:cNvPr id="60" name="Google Shape;60;p1"/>
          <p:cNvGrpSpPr/>
          <p:nvPr/>
        </p:nvGrpSpPr>
        <p:grpSpPr>
          <a:xfrm>
            <a:off x="4220972" y="3152042"/>
            <a:ext cx="10215389" cy="3644737"/>
            <a:chOff x="5379931" y="3438250"/>
            <a:chExt cx="7897479" cy="2817732"/>
          </a:xfrm>
        </p:grpSpPr>
        <p:sp>
          <p:nvSpPr>
            <p:cNvPr id="61" name="Google Shape;61;p1"/>
            <p:cNvSpPr txBox="1"/>
            <p:nvPr/>
          </p:nvSpPr>
          <p:spPr>
            <a:xfrm>
              <a:off x="5784900" y="3438250"/>
              <a:ext cx="67182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250" lIns="118250" spcFirstLastPara="1" rIns="118250" wrap="square" tIns="118250">
              <a:spAutoFit/>
            </a:bodyPr>
            <a:lstStyle/>
            <a:p>
              <a:pPr indent="0" lvl="0" marL="0" rtl="0" algn="ctr">
                <a:lnSpc>
                  <a:spcPct val="140000"/>
                </a:lnSpc>
                <a:spcBef>
                  <a:spcPts val="5433"/>
                </a:spcBef>
                <a:spcAft>
                  <a:spcPts val="5433"/>
                </a:spcAft>
                <a:buNone/>
              </a:pPr>
              <a:r>
                <a:rPr b="1" lang="en-US" sz="5174">
                  <a:solidFill>
                    <a:srgbClr val="FFFFFF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rPr>
                <a:t>2</a:t>
              </a:r>
              <a:r>
                <a:rPr b="1" baseline="30000" lang="en-US" sz="5174">
                  <a:solidFill>
                    <a:srgbClr val="FFFFFF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rPr>
                <a:t>nd</a:t>
              </a:r>
              <a:r>
                <a:rPr b="1" lang="en-US" sz="5174">
                  <a:solidFill>
                    <a:srgbClr val="FFFFFF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rPr>
                <a:t> edition of</a:t>
              </a:r>
              <a:endParaRPr b="1" sz="5174">
                <a:solidFill>
                  <a:srgbClr val="FFFFFF"/>
                </a:solidFill>
                <a:latin typeface="Cinzel Decorative"/>
                <a:ea typeface="Cinzel Decorative"/>
                <a:cs typeface="Cinzel Decorative"/>
                <a:sym typeface="Cinzel Decorative"/>
              </a:endParaRPr>
            </a:p>
          </p:txBody>
        </p:sp>
        <p:pic>
          <p:nvPicPr>
            <p:cNvPr id="62" name="Google Shape;62;p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379930" y="3616850"/>
              <a:ext cx="7897479" cy="26391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1"/>
            <p:cNvSpPr txBox="1"/>
            <p:nvPr/>
          </p:nvSpPr>
          <p:spPr>
            <a:xfrm>
              <a:off x="5969563" y="5455575"/>
              <a:ext cx="67182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250" lIns="118250" spcFirstLastPara="1" rIns="118250" wrap="square" tIns="118250">
              <a:spAutoFit/>
            </a:bodyPr>
            <a:lstStyle/>
            <a:p>
              <a:pPr indent="0" lvl="0" marL="0" rtl="0" algn="ctr">
                <a:lnSpc>
                  <a:spcPct val="140000"/>
                </a:lnSpc>
                <a:spcBef>
                  <a:spcPts val="5433"/>
                </a:spcBef>
                <a:spcAft>
                  <a:spcPts val="5433"/>
                </a:spcAft>
                <a:buNone/>
              </a:pPr>
              <a:r>
                <a:rPr b="1" lang="en-US" sz="5174">
                  <a:solidFill>
                    <a:srgbClr val="FFFFFF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rPr>
                <a:t>10hr hackathon</a:t>
              </a:r>
              <a:endParaRPr b="1" sz="5174">
                <a:solidFill>
                  <a:srgbClr val="FFFFFF"/>
                </a:solidFill>
                <a:latin typeface="Cinzel Decorative"/>
                <a:ea typeface="Cinzel Decorative"/>
                <a:cs typeface="Cinzel Decorative"/>
                <a:sym typeface="Cinzel Decorative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454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/>
          <p:nvPr/>
        </p:nvSpPr>
        <p:spPr>
          <a:xfrm>
            <a:off x="-768748" y="-853415"/>
            <a:ext cx="3962348" cy="37642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 flipH="1">
            <a:off x="14994729" y="-1414325"/>
            <a:ext cx="4345800" cy="41285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70;p2"/>
          <p:cNvGrpSpPr/>
          <p:nvPr/>
        </p:nvGrpSpPr>
        <p:grpSpPr>
          <a:xfrm>
            <a:off x="2368788" y="8390623"/>
            <a:ext cx="13550424" cy="2179108"/>
            <a:chOff x="0" y="-1"/>
            <a:chExt cx="13550423" cy="2179107"/>
          </a:xfrm>
        </p:grpSpPr>
        <p:sp>
          <p:nvSpPr>
            <p:cNvPr id="71" name="Google Shape;71;p2"/>
            <p:cNvSpPr/>
            <p:nvPr/>
          </p:nvSpPr>
          <p:spPr>
            <a:xfrm>
              <a:off x="5245398" y="1054994"/>
              <a:ext cx="978282" cy="10407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0" y="81605"/>
              <a:ext cx="5483874" cy="1946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 flipH="1">
              <a:off x="8066548" y="-1"/>
              <a:ext cx="5483875" cy="194677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299044" y="1054994"/>
              <a:ext cx="978282" cy="10407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124173" y="676405"/>
              <a:ext cx="1412540" cy="150270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" name="Google Shape;76;p2"/>
          <p:cNvSpPr/>
          <p:nvPr/>
        </p:nvSpPr>
        <p:spPr>
          <a:xfrm>
            <a:off x="15745635" y="8842916"/>
            <a:ext cx="3594895" cy="21389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-585022" y="8842916"/>
            <a:ext cx="3594896" cy="21389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8" name="Google Shape;78;p2"/>
          <p:cNvGraphicFramePr/>
          <p:nvPr/>
        </p:nvGraphicFramePr>
        <p:xfrm>
          <a:off x="1712067" y="3320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{511E5996-A6A6-40EC-ACF6-EEF7AF9ABF5F}</a:tableStyleId>
              </a:tblPr>
              <a:tblGrid>
                <a:gridCol w="3614175"/>
                <a:gridCol w="3614175"/>
                <a:gridCol w="3614175"/>
                <a:gridCol w="3614175"/>
              </a:tblGrid>
              <a:tr h="103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9E2"/>
                        </a:buClr>
                        <a:buSzPts val="3900"/>
                        <a:buFont typeface="Calibri"/>
                        <a:buNone/>
                      </a:pPr>
                      <a:r>
                        <a:rPr lang="en-US" sz="3900" u="none" cap="none" strike="noStrike">
                          <a:solidFill>
                            <a:srgbClr val="FCF9E2"/>
                          </a:solidFill>
                        </a:rPr>
                        <a:t>Name</a:t>
                      </a:r>
                      <a:endParaRPr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9E2"/>
                        </a:buClr>
                        <a:buSzPts val="3900"/>
                        <a:buFont typeface="Calibri"/>
                        <a:buNone/>
                      </a:pPr>
                      <a:r>
                        <a:rPr lang="en-US" sz="3900" u="none" cap="none" strike="noStrike">
                          <a:solidFill>
                            <a:srgbClr val="FCF9E2"/>
                          </a:solidFill>
                        </a:rPr>
                        <a:t>SRN/PRN</a:t>
                      </a:r>
                      <a:endParaRPr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9E2"/>
                        </a:buClr>
                        <a:buSzPts val="3900"/>
                        <a:buFont typeface="Calibri"/>
                        <a:buNone/>
                      </a:pPr>
                      <a:r>
                        <a:rPr lang="en-US" sz="3900" u="none" cap="none" strike="noStrike">
                          <a:solidFill>
                            <a:srgbClr val="FCF9E2"/>
                          </a:solidFill>
                        </a:rPr>
                        <a:t>Email ID</a:t>
                      </a:r>
                      <a:endParaRPr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9E2"/>
                        </a:buClr>
                        <a:buSzPts val="3900"/>
                        <a:buFont typeface="Calibri"/>
                        <a:buNone/>
                      </a:pPr>
                      <a:r>
                        <a:rPr lang="en-US" sz="3900" u="none" cap="none" strike="noStrike">
                          <a:solidFill>
                            <a:srgbClr val="FCF9E2"/>
                          </a:solidFill>
                        </a:rPr>
                        <a:t>Phone Number</a:t>
                      </a:r>
                      <a:endParaRPr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</a:tr>
              <a:tr h="101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</a:tr>
              <a:tr h="101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</a:tr>
              <a:tr h="101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</a:tr>
              <a:tr h="101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101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3E3E"/>
                    </a:solidFill>
                  </a:tcPr>
                </a:tc>
              </a:tr>
            </a:tbl>
          </a:graphicData>
        </a:graphic>
      </p:graphicFrame>
      <p:sp>
        <p:nvSpPr>
          <p:cNvPr id="79" name="Google Shape;79;p2"/>
          <p:cNvSpPr txBox="1"/>
          <p:nvPr/>
        </p:nvSpPr>
        <p:spPr>
          <a:xfrm>
            <a:off x="1627400" y="1396675"/>
            <a:ext cx="59751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22"/>
              </a:lnSpc>
              <a:spcBef>
                <a:spcPts val="0"/>
              </a:spcBef>
              <a:spcAft>
                <a:spcPts val="0"/>
              </a:spcAft>
              <a:buClr>
                <a:srgbClr val="FDF9E0"/>
              </a:buClr>
              <a:buSzPts val="6200"/>
              <a:buFont typeface="Arial"/>
              <a:buNone/>
            </a:pPr>
            <a:r>
              <a:rPr b="0" i="0" lang="en-US" sz="5200" u="none" cap="none" strike="noStrike">
                <a:solidFill>
                  <a:srgbClr val="FDF9E0"/>
                </a:solidFill>
                <a:latin typeface="Arial"/>
                <a:ea typeface="Arial"/>
                <a:cs typeface="Arial"/>
                <a:sym typeface="Arial"/>
              </a:rPr>
              <a:t>Team Name:</a:t>
            </a:r>
            <a:br>
              <a:rPr b="0" i="0" lang="en-US" sz="5200" u="none" cap="none" strike="noStrike">
                <a:solidFill>
                  <a:srgbClr val="FDF9E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5200" u="none" cap="none" strike="noStrike">
                <a:solidFill>
                  <a:srgbClr val="FDF9E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5200">
                <a:solidFill>
                  <a:srgbClr val="FDF9E0"/>
                </a:solidFill>
              </a:rPr>
              <a:t>rack Selected:</a:t>
            </a:r>
            <a:endParaRPr sz="400"/>
          </a:p>
        </p:txBody>
      </p:sp>
      <p:grpSp>
        <p:nvGrpSpPr>
          <p:cNvPr id="80" name="Google Shape;80;p2"/>
          <p:cNvGrpSpPr/>
          <p:nvPr/>
        </p:nvGrpSpPr>
        <p:grpSpPr>
          <a:xfrm>
            <a:off x="3206536" y="-571969"/>
            <a:ext cx="12244263" cy="2143200"/>
            <a:chOff x="-1" y="-324180"/>
            <a:chExt cx="12244263" cy="2143200"/>
          </a:xfrm>
        </p:grpSpPr>
        <p:sp>
          <p:nvSpPr>
            <p:cNvPr id="81" name="Google Shape;81;p2"/>
            <p:cNvSpPr/>
            <p:nvPr/>
          </p:nvSpPr>
          <p:spPr>
            <a:xfrm>
              <a:off x="9620462" y="77665"/>
              <a:ext cx="2623800" cy="13395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4815760" y="-324181"/>
              <a:ext cx="2243400" cy="21432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-1" y="280132"/>
              <a:ext cx="1939200" cy="8238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45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/>
          <p:nvPr/>
        </p:nvSpPr>
        <p:spPr>
          <a:xfrm>
            <a:off x="-952474" y="-1050044"/>
            <a:ext cx="3962348" cy="37642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 flipH="1">
            <a:off x="14994729" y="-1414325"/>
            <a:ext cx="4345800" cy="41285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3"/>
          <p:cNvGrpSpPr/>
          <p:nvPr/>
        </p:nvGrpSpPr>
        <p:grpSpPr>
          <a:xfrm>
            <a:off x="2368788" y="8390623"/>
            <a:ext cx="13550424" cy="2179108"/>
            <a:chOff x="0" y="-1"/>
            <a:chExt cx="13550423" cy="2179107"/>
          </a:xfrm>
        </p:grpSpPr>
        <p:sp>
          <p:nvSpPr>
            <p:cNvPr id="91" name="Google Shape;91;p3"/>
            <p:cNvSpPr/>
            <p:nvPr/>
          </p:nvSpPr>
          <p:spPr>
            <a:xfrm>
              <a:off x="5245398" y="1054994"/>
              <a:ext cx="978282" cy="10407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0" y="81605"/>
              <a:ext cx="5483874" cy="1946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flipH="1">
              <a:off x="8066548" y="-1"/>
              <a:ext cx="5483875" cy="194677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7299044" y="1054994"/>
              <a:ext cx="978282" cy="10407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6124173" y="676405"/>
              <a:ext cx="1412540" cy="150270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3"/>
          <p:cNvSpPr/>
          <p:nvPr/>
        </p:nvSpPr>
        <p:spPr>
          <a:xfrm>
            <a:off x="15745635" y="8842916"/>
            <a:ext cx="3594895" cy="21389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-585022" y="8842916"/>
            <a:ext cx="3594896" cy="21389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3"/>
          <p:cNvGrpSpPr/>
          <p:nvPr/>
        </p:nvGrpSpPr>
        <p:grpSpPr>
          <a:xfrm>
            <a:off x="3021811" y="-636848"/>
            <a:ext cx="12244379" cy="2035156"/>
            <a:chOff x="-1" y="-325559"/>
            <a:chExt cx="12244377" cy="2035154"/>
          </a:xfrm>
        </p:grpSpPr>
        <p:sp>
          <p:nvSpPr>
            <p:cNvPr id="99" name="Google Shape;99;p3"/>
            <p:cNvSpPr/>
            <p:nvPr/>
          </p:nvSpPr>
          <p:spPr>
            <a:xfrm>
              <a:off x="9442894" y="0"/>
              <a:ext cx="2801482" cy="149494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933058" y="-325559"/>
              <a:ext cx="2243459" cy="203515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-1" y="280132"/>
              <a:ext cx="1939145" cy="82377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3"/>
          <p:cNvSpPr txBox="1"/>
          <p:nvPr/>
        </p:nvSpPr>
        <p:spPr>
          <a:xfrm>
            <a:off x="5506780" y="922110"/>
            <a:ext cx="7550744" cy="1065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22"/>
              </a:lnSpc>
              <a:spcBef>
                <a:spcPts val="0"/>
              </a:spcBef>
              <a:spcAft>
                <a:spcPts val="0"/>
              </a:spcAft>
              <a:buClr>
                <a:srgbClr val="FDF9E0"/>
              </a:buClr>
              <a:buSzPts val="6200"/>
              <a:buFont typeface="Arial"/>
              <a:buNone/>
            </a:pPr>
            <a:r>
              <a:rPr b="0" i="0" lang="en-US" sz="6200" u="none" cap="none" strike="noStrike">
                <a:solidFill>
                  <a:srgbClr val="FDF9E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45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-952474" y="-1050044"/>
            <a:ext cx="3962348" cy="37642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 flipH="1">
            <a:off x="14994729" y="-1414325"/>
            <a:ext cx="4345800" cy="41285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" name="Google Shape;109;p4"/>
          <p:cNvGrpSpPr/>
          <p:nvPr/>
        </p:nvGrpSpPr>
        <p:grpSpPr>
          <a:xfrm>
            <a:off x="2368788" y="8390623"/>
            <a:ext cx="13550424" cy="2179108"/>
            <a:chOff x="0" y="-1"/>
            <a:chExt cx="13550423" cy="2179107"/>
          </a:xfrm>
        </p:grpSpPr>
        <p:sp>
          <p:nvSpPr>
            <p:cNvPr id="110" name="Google Shape;110;p4"/>
            <p:cNvSpPr/>
            <p:nvPr/>
          </p:nvSpPr>
          <p:spPr>
            <a:xfrm>
              <a:off x="5245398" y="1054994"/>
              <a:ext cx="978282" cy="10407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0" y="81605"/>
              <a:ext cx="5483874" cy="1946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 flipH="1">
              <a:off x="8066548" y="-1"/>
              <a:ext cx="5483875" cy="194677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7299044" y="1054994"/>
              <a:ext cx="978282" cy="10407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6124173" y="676405"/>
              <a:ext cx="1412540" cy="150270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4"/>
          <p:cNvSpPr/>
          <p:nvPr/>
        </p:nvSpPr>
        <p:spPr>
          <a:xfrm>
            <a:off x="15745635" y="8842916"/>
            <a:ext cx="3594895" cy="21389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-585022" y="8842916"/>
            <a:ext cx="3594896" cy="21389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4"/>
          <p:cNvGrpSpPr/>
          <p:nvPr/>
        </p:nvGrpSpPr>
        <p:grpSpPr>
          <a:xfrm>
            <a:off x="3021811" y="-661897"/>
            <a:ext cx="12244379" cy="2085254"/>
            <a:chOff x="-1" y="-350608"/>
            <a:chExt cx="12244377" cy="2085253"/>
          </a:xfrm>
        </p:grpSpPr>
        <p:sp>
          <p:nvSpPr>
            <p:cNvPr id="118" name="Google Shape;118;p4"/>
            <p:cNvSpPr/>
            <p:nvPr/>
          </p:nvSpPr>
          <p:spPr>
            <a:xfrm>
              <a:off x="9442894" y="0"/>
              <a:ext cx="2801482" cy="149494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4918979" y="-350608"/>
              <a:ext cx="2243460" cy="2085253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-1" y="280132"/>
              <a:ext cx="1939145" cy="82377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4"/>
          <p:cNvSpPr txBox="1"/>
          <p:nvPr/>
        </p:nvSpPr>
        <p:spPr>
          <a:xfrm>
            <a:off x="3111500" y="914400"/>
            <a:ext cx="120639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425"/>
              </a:lnSpc>
              <a:spcBef>
                <a:spcPts val="0"/>
              </a:spcBef>
              <a:spcAft>
                <a:spcPts val="0"/>
              </a:spcAft>
              <a:buClr>
                <a:srgbClr val="FDF9E0"/>
              </a:buClr>
              <a:buSzPts val="4700"/>
              <a:buFont typeface="Arial"/>
              <a:buNone/>
            </a:pPr>
            <a:r>
              <a:rPr b="0" i="0" lang="en-US" sz="4700" u="none" cap="none" strike="noStrike">
                <a:solidFill>
                  <a:srgbClr val="FDF9E0"/>
                </a:solidFill>
                <a:latin typeface="Arial"/>
                <a:ea typeface="Arial"/>
                <a:cs typeface="Arial"/>
                <a:sym typeface="Arial"/>
              </a:rPr>
              <a:t>Novelty </a:t>
            </a:r>
            <a:endParaRPr/>
          </a:p>
          <a:p>
            <a:pPr indent="0" lvl="0" marL="0" marR="0" rtl="0" algn="ctr">
              <a:lnSpc>
                <a:spcPct val="140425"/>
              </a:lnSpc>
              <a:spcBef>
                <a:spcPts val="0"/>
              </a:spcBef>
              <a:spcAft>
                <a:spcPts val="0"/>
              </a:spcAft>
              <a:buClr>
                <a:srgbClr val="FDF9E0"/>
              </a:buClr>
              <a:buSzPts val="4700"/>
              <a:buFont typeface="Arial"/>
              <a:buNone/>
            </a:pPr>
            <a:r>
              <a:rPr b="0" i="0" lang="en-US" sz="4700" u="none" cap="none" strike="noStrike">
                <a:solidFill>
                  <a:srgbClr val="FDF9E0"/>
                </a:solidFill>
                <a:latin typeface="Arial"/>
                <a:ea typeface="Arial"/>
                <a:cs typeface="Arial"/>
                <a:sym typeface="Arial"/>
              </a:rPr>
              <a:t>1) How different is it from any of the other existing ideas?</a:t>
            </a:r>
            <a:endParaRPr/>
          </a:p>
          <a:p>
            <a:pPr indent="0" lvl="0" marL="0" marR="0" rtl="0" algn="ctr">
              <a:lnSpc>
                <a:spcPct val="140425"/>
              </a:lnSpc>
              <a:spcBef>
                <a:spcPts val="0"/>
              </a:spcBef>
              <a:spcAft>
                <a:spcPts val="0"/>
              </a:spcAft>
              <a:buClr>
                <a:srgbClr val="FDF9E0"/>
              </a:buClr>
              <a:buSzPts val="4700"/>
              <a:buFont typeface="Arial"/>
              <a:buNone/>
            </a:pPr>
            <a:r>
              <a:rPr b="0" i="0" lang="en-US" sz="4700" u="none" cap="none" strike="noStrike">
                <a:solidFill>
                  <a:srgbClr val="FDF9E0"/>
                </a:solidFill>
                <a:latin typeface="Arial"/>
                <a:ea typeface="Arial"/>
                <a:cs typeface="Arial"/>
                <a:sym typeface="Arial"/>
              </a:rPr>
              <a:t> 2) How will it be able to solve the problem?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454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-952474" y="-1050044"/>
            <a:ext cx="3962348" cy="37642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 flipH="1">
            <a:off x="14994729" y="-1414325"/>
            <a:ext cx="4345800" cy="41285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5"/>
          <p:cNvGrpSpPr/>
          <p:nvPr/>
        </p:nvGrpSpPr>
        <p:grpSpPr>
          <a:xfrm>
            <a:off x="2368788" y="8390623"/>
            <a:ext cx="13550424" cy="2179108"/>
            <a:chOff x="0" y="-1"/>
            <a:chExt cx="13550423" cy="2179107"/>
          </a:xfrm>
        </p:grpSpPr>
        <p:sp>
          <p:nvSpPr>
            <p:cNvPr id="129" name="Google Shape;129;p5"/>
            <p:cNvSpPr/>
            <p:nvPr/>
          </p:nvSpPr>
          <p:spPr>
            <a:xfrm>
              <a:off x="5245398" y="1054994"/>
              <a:ext cx="978282" cy="10407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0" y="81605"/>
              <a:ext cx="5483874" cy="1946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 flipH="1">
              <a:off x="8066548" y="-1"/>
              <a:ext cx="5483875" cy="194677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299044" y="1054994"/>
              <a:ext cx="978282" cy="10407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6124173" y="676405"/>
              <a:ext cx="1412540" cy="150270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5"/>
          <p:cNvSpPr/>
          <p:nvPr/>
        </p:nvSpPr>
        <p:spPr>
          <a:xfrm>
            <a:off x="15745635" y="8842916"/>
            <a:ext cx="3594895" cy="21389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-585022" y="8842916"/>
            <a:ext cx="3594896" cy="21389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" name="Google Shape;136;p5"/>
          <p:cNvGrpSpPr/>
          <p:nvPr/>
        </p:nvGrpSpPr>
        <p:grpSpPr>
          <a:xfrm>
            <a:off x="3166954" y="-775893"/>
            <a:ext cx="12244378" cy="2262447"/>
            <a:chOff x="-1" y="-439204"/>
            <a:chExt cx="12244377" cy="2262445"/>
          </a:xfrm>
        </p:grpSpPr>
        <p:sp>
          <p:nvSpPr>
            <p:cNvPr id="137" name="Google Shape;137;p5"/>
            <p:cNvSpPr/>
            <p:nvPr/>
          </p:nvSpPr>
          <p:spPr>
            <a:xfrm>
              <a:off x="9442894" y="0"/>
              <a:ext cx="2801482" cy="149494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4834508" y="-439204"/>
              <a:ext cx="2243460" cy="2262445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-1" y="280132"/>
              <a:ext cx="1939145" cy="82377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5"/>
          <p:cNvSpPr txBox="1"/>
          <p:nvPr/>
        </p:nvSpPr>
        <p:spPr>
          <a:xfrm>
            <a:off x="4110991" y="1067253"/>
            <a:ext cx="9782620" cy="1065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22"/>
              </a:lnSpc>
              <a:spcBef>
                <a:spcPts val="0"/>
              </a:spcBef>
              <a:spcAft>
                <a:spcPts val="0"/>
              </a:spcAft>
              <a:buClr>
                <a:srgbClr val="FDF9E0"/>
              </a:buClr>
              <a:buSzPts val="6200"/>
              <a:buFont typeface="Arial"/>
              <a:buNone/>
            </a:pPr>
            <a:r>
              <a:rPr b="0" i="0" lang="en-US" sz="6200" u="none" cap="none" strike="noStrike">
                <a:solidFill>
                  <a:srgbClr val="FDF9E0"/>
                </a:solidFill>
                <a:latin typeface="Arial"/>
                <a:ea typeface="Arial"/>
                <a:cs typeface="Arial"/>
                <a:sym typeface="Arial"/>
              </a:rPr>
              <a:t>Brief about the idea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454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-952474" y="-1050044"/>
            <a:ext cx="3962348" cy="37642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 flipH="1">
            <a:off x="14994729" y="-1414325"/>
            <a:ext cx="4345800" cy="41285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" name="Google Shape;147;p6"/>
          <p:cNvGrpSpPr/>
          <p:nvPr/>
        </p:nvGrpSpPr>
        <p:grpSpPr>
          <a:xfrm>
            <a:off x="2368788" y="8390623"/>
            <a:ext cx="13550424" cy="2179108"/>
            <a:chOff x="0" y="-1"/>
            <a:chExt cx="13550423" cy="2179107"/>
          </a:xfrm>
        </p:grpSpPr>
        <p:sp>
          <p:nvSpPr>
            <p:cNvPr id="148" name="Google Shape;148;p6"/>
            <p:cNvSpPr/>
            <p:nvPr/>
          </p:nvSpPr>
          <p:spPr>
            <a:xfrm>
              <a:off x="5245398" y="1054994"/>
              <a:ext cx="978282" cy="10407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0" y="81605"/>
              <a:ext cx="5483874" cy="1946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6"/>
            <p:cNvSpPr/>
            <p:nvPr/>
          </p:nvSpPr>
          <p:spPr>
            <a:xfrm flipH="1">
              <a:off x="8066548" y="-1"/>
              <a:ext cx="5483875" cy="194677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7299044" y="1054994"/>
              <a:ext cx="978282" cy="10407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6124173" y="676405"/>
              <a:ext cx="1412540" cy="150270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" name="Google Shape;153;p6"/>
          <p:cNvSpPr/>
          <p:nvPr/>
        </p:nvSpPr>
        <p:spPr>
          <a:xfrm>
            <a:off x="15745635" y="8842916"/>
            <a:ext cx="3594895" cy="21389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-585022" y="8842916"/>
            <a:ext cx="3594896" cy="21389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" name="Google Shape;155;p6"/>
          <p:cNvGrpSpPr/>
          <p:nvPr/>
        </p:nvGrpSpPr>
        <p:grpSpPr>
          <a:xfrm>
            <a:off x="3021811" y="-721025"/>
            <a:ext cx="12244379" cy="2314415"/>
            <a:chOff x="-1" y="-409736"/>
            <a:chExt cx="12244377" cy="2314414"/>
          </a:xfrm>
        </p:grpSpPr>
        <p:sp>
          <p:nvSpPr>
            <p:cNvPr id="156" name="Google Shape;156;p6"/>
            <p:cNvSpPr/>
            <p:nvPr/>
          </p:nvSpPr>
          <p:spPr>
            <a:xfrm>
              <a:off x="9442894" y="0"/>
              <a:ext cx="2801482" cy="149494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4961215" y="-409736"/>
              <a:ext cx="2243459" cy="231441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-1" y="280132"/>
              <a:ext cx="1939145" cy="82377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6"/>
          <p:cNvSpPr txBox="1"/>
          <p:nvPr/>
        </p:nvSpPr>
        <p:spPr>
          <a:xfrm>
            <a:off x="2609127" y="1186542"/>
            <a:ext cx="13069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DF9E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FDF9E0"/>
                </a:solidFill>
                <a:latin typeface="Arial"/>
                <a:ea typeface="Arial"/>
                <a:cs typeface="Arial"/>
                <a:sym typeface="Arial"/>
              </a:rPr>
              <a:t>Proposed solution, use diagrams and </a:t>
            </a:r>
            <a:r>
              <a:rPr lang="en-US" sz="5000">
                <a:solidFill>
                  <a:srgbClr val="FDF9E0"/>
                </a:solidFill>
              </a:rPr>
              <a:t>flowcharts</a:t>
            </a:r>
            <a:r>
              <a:rPr b="0" i="0" lang="en-US" sz="5000" u="none" cap="none" strike="noStrike">
                <a:solidFill>
                  <a:srgbClr val="FDF9E0"/>
                </a:solidFill>
                <a:latin typeface="Arial"/>
                <a:ea typeface="Arial"/>
                <a:cs typeface="Arial"/>
                <a:sym typeface="Arial"/>
              </a:rPr>
              <a:t>/step-by-step process.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454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-952474" y="-1050044"/>
            <a:ext cx="3962348" cy="37642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 flipH="1">
            <a:off x="14994729" y="-1414325"/>
            <a:ext cx="4345800" cy="41285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" name="Google Shape;166;p7"/>
          <p:cNvGrpSpPr/>
          <p:nvPr/>
        </p:nvGrpSpPr>
        <p:grpSpPr>
          <a:xfrm>
            <a:off x="2368788" y="8390623"/>
            <a:ext cx="13550424" cy="2179108"/>
            <a:chOff x="0" y="-1"/>
            <a:chExt cx="13550423" cy="2179107"/>
          </a:xfrm>
        </p:grpSpPr>
        <p:sp>
          <p:nvSpPr>
            <p:cNvPr id="167" name="Google Shape;167;p7"/>
            <p:cNvSpPr/>
            <p:nvPr/>
          </p:nvSpPr>
          <p:spPr>
            <a:xfrm>
              <a:off x="5245398" y="1054994"/>
              <a:ext cx="978282" cy="10407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0" y="81605"/>
              <a:ext cx="5483874" cy="1946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 flipH="1">
              <a:off x="8066548" y="-1"/>
              <a:ext cx="5483875" cy="194677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7299044" y="1054994"/>
              <a:ext cx="978282" cy="10407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6124173" y="676405"/>
              <a:ext cx="1412540" cy="150270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7"/>
          <p:cNvSpPr/>
          <p:nvPr/>
        </p:nvSpPr>
        <p:spPr>
          <a:xfrm>
            <a:off x="15745635" y="8842916"/>
            <a:ext cx="3594895" cy="21389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-585022" y="8842916"/>
            <a:ext cx="3594896" cy="21389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" name="Google Shape;174;p7"/>
          <p:cNvGrpSpPr/>
          <p:nvPr/>
        </p:nvGrpSpPr>
        <p:grpSpPr>
          <a:xfrm>
            <a:off x="3021811" y="-578343"/>
            <a:ext cx="12244379" cy="2029052"/>
            <a:chOff x="-1" y="-267054"/>
            <a:chExt cx="12244377" cy="2029050"/>
          </a:xfrm>
        </p:grpSpPr>
        <p:sp>
          <p:nvSpPr>
            <p:cNvPr id="175" name="Google Shape;175;p7"/>
            <p:cNvSpPr/>
            <p:nvPr/>
          </p:nvSpPr>
          <p:spPr>
            <a:xfrm>
              <a:off x="9442894" y="0"/>
              <a:ext cx="2801482" cy="149494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4947136" y="-267054"/>
              <a:ext cx="2243460" cy="202905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-1" y="280132"/>
              <a:ext cx="1939145" cy="82377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7"/>
          <p:cNvSpPr txBox="1"/>
          <p:nvPr/>
        </p:nvSpPr>
        <p:spPr>
          <a:xfrm>
            <a:off x="3062278" y="914400"/>
            <a:ext cx="11880046" cy="8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DF9E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FDF9E0"/>
                </a:solidFill>
                <a:latin typeface="Arial"/>
                <a:ea typeface="Arial"/>
                <a:cs typeface="Arial"/>
                <a:sym typeface="Arial"/>
              </a:rPr>
              <a:t>Technologies to be used in the solution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454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-952474" y="-1050044"/>
            <a:ext cx="3962348" cy="37642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 flipH="1">
            <a:off x="14994729" y="-1414325"/>
            <a:ext cx="4345800" cy="41285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oogle Shape;185;p8"/>
          <p:cNvGrpSpPr/>
          <p:nvPr/>
        </p:nvGrpSpPr>
        <p:grpSpPr>
          <a:xfrm>
            <a:off x="2368788" y="8390623"/>
            <a:ext cx="13550424" cy="2179108"/>
            <a:chOff x="0" y="-1"/>
            <a:chExt cx="13550423" cy="2179107"/>
          </a:xfrm>
        </p:grpSpPr>
        <p:sp>
          <p:nvSpPr>
            <p:cNvPr id="186" name="Google Shape;186;p8"/>
            <p:cNvSpPr/>
            <p:nvPr/>
          </p:nvSpPr>
          <p:spPr>
            <a:xfrm>
              <a:off x="5245398" y="1054994"/>
              <a:ext cx="978282" cy="10407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0" y="81605"/>
              <a:ext cx="5483874" cy="1946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 flipH="1">
              <a:off x="8066548" y="-1"/>
              <a:ext cx="5483875" cy="194677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8"/>
            <p:cNvSpPr/>
            <p:nvPr/>
          </p:nvSpPr>
          <p:spPr>
            <a:xfrm>
              <a:off x="7299044" y="1054994"/>
              <a:ext cx="978282" cy="10407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6124173" y="676405"/>
              <a:ext cx="1412540" cy="150270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8"/>
          <p:cNvSpPr/>
          <p:nvPr/>
        </p:nvSpPr>
        <p:spPr>
          <a:xfrm>
            <a:off x="15745635" y="8842916"/>
            <a:ext cx="3594895" cy="21389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-585022" y="8842916"/>
            <a:ext cx="3594896" cy="21389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3" name="Google Shape;193;p8"/>
          <p:cNvGrpSpPr/>
          <p:nvPr/>
        </p:nvGrpSpPr>
        <p:grpSpPr>
          <a:xfrm>
            <a:off x="3021811" y="-598718"/>
            <a:ext cx="12244379" cy="2069801"/>
            <a:chOff x="-1" y="-287429"/>
            <a:chExt cx="12244377" cy="2069800"/>
          </a:xfrm>
        </p:grpSpPr>
        <p:sp>
          <p:nvSpPr>
            <p:cNvPr id="194" name="Google Shape;194;p8"/>
            <p:cNvSpPr/>
            <p:nvPr/>
          </p:nvSpPr>
          <p:spPr>
            <a:xfrm>
              <a:off x="9442894" y="0"/>
              <a:ext cx="2801482" cy="149494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4904900" y="-287429"/>
              <a:ext cx="2243460" cy="20698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-1" y="280132"/>
              <a:ext cx="1939145" cy="82377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8"/>
          <p:cNvSpPr txBox="1"/>
          <p:nvPr/>
        </p:nvSpPr>
        <p:spPr>
          <a:xfrm>
            <a:off x="3412776" y="914400"/>
            <a:ext cx="11462448" cy="174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DF9E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FDF9E0"/>
                </a:solidFill>
                <a:latin typeface="Arial"/>
                <a:ea typeface="Arial"/>
                <a:cs typeface="Arial"/>
                <a:sym typeface="Arial"/>
              </a:rPr>
              <a:t>Wireframes/Mock diagrams of the proposed solution (optional)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454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-274131" y="-311289"/>
            <a:ext cx="2731199" cy="273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455878" y="7182583"/>
            <a:ext cx="971090" cy="133943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-1599929" y="4779066"/>
            <a:ext cx="6342222" cy="564457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 flipH="1">
            <a:off x="13544441" y="4779066"/>
            <a:ext cx="6342222" cy="564457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 flipH="1">
            <a:off x="16200370" y="-311289"/>
            <a:ext cx="2731200" cy="2731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 flipH="1">
            <a:off x="12025121" y="7182583"/>
            <a:ext cx="971089" cy="133943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2816311" y="3499290"/>
            <a:ext cx="12655378" cy="1740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9142"/>
              </a:lnSpc>
              <a:spcBef>
                <a:spcPts val="0"/>
              </a:spcBef>
              <a:spcAft>
                <a:spcPts val="0"/>
              </a:spcAft>
              <a:buClr>
                <a:srgbClr val="FDF9E0"/>
              </a:buClr>
              <a:buSzPts val="17500"/>
              <a:buFont typeface="Arial"/>
              <a:buNone/>
            </a:pPr>
            <a:r>
              <a:rPr b="0" i="0" lang="en-US" sz="17500" u="none" cap="none" strike="noStrike">
                <a:solidFill>
                  <a:srgbClr val="FDF9E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  <p:grpSp>
        <p:nvGrpSpPr>
          <p:cNvPr id="209" name="Google Shape;209;p9"/>
          <p:cNvGrpSpPr/>
          <p:nvPr/>
        </p:nvGrpSpPr>
        <p:grpSpPr>
          <a:xfrm>
            <a:off x="3021811" y="-684124"/>
            <a:ext cx="12244379" cy="2240613"/>
            <a:chOff x="-1" y="-372835"/>
            <a:chExt cx="12244377" cy="2240612"/>
          </a:xfrm>
        </p:grpSpPr>
        <p:sp>
          <p:nvSpPr>
            <p:cNvPr id="210" name="Google Shape;210;p9"/>
            <p:cNvSpPr/>
            <p:nvPr/>
          </p:nvSpPr>
          <p:spPr>
            <a:xfrm>
              <a:off x="9442894" y="0"/>
              <a:ext cx="2801482" cy="149494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4989372" y="-372835"/>
              <a:ext cx="2243459" cy="224061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-1" y="280132"/>
              <a:ext cx="1939145" cy="82377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